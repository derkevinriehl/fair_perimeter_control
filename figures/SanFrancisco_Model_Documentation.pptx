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472C4"/>
    <a:srgbClr val="C5E0B4"/>
    <a:srgbClr val="FFC000"/>
    <a:srgbClr val="00B0F0"/>
    <a:srgbClr val="C4C4C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9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C99EC-0433-4B2C-822F-485CEAA19256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C94FC-7E5E-4991-9DDF-855CD5EC2B4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4951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3C2D-492E-48A5-9F4C-824478A69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44202-6329-46B0-8235-668099511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E8C22-6A09-4D48-B953-C4557D1A2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D00CB-9DF9-46DE-BD51-E5936960C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3A077-31A4-4318-8BCC-27D5530A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526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85C3-8638-41B5-8697-43D002D23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9D062-D8F4-4D9A-BF02-1E019080E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10C24-D9B0-44DF-AE19-B6197710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36D1E-6293-468D-86EB-97478852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F1B8D-0A65-4CAD-A64F-8D5FA783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578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DD13-CFC1-4BC6-B3C2-F7F015D8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C594C-F892-4229-8E03-CEA7E13DF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052B5-5855-453B-A459-69BA91A4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F0C16-4C30-444D-BD2E-9585FB2D5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7113F-4303-4C55-9D59-4EDCB97A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74984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9880-436C-4D35-AAA1-9DFD6A1D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9199-C635-4A2F-8BB3-72DA296F6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D034D-CC65-4286-B893-1086799F4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03B40-9992-411A-A75C-6ABCADAA9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D62B7-77B6-437E-9599-56A25A09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9B68-49F7-407A-A0BE-2E2537B4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85102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2056-0F61-4E3A-B290-2B8B7314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3B39B-B932-443A-9AA3-BA6368A62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03ED0-61C1-452D-A7F1-DD189861B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2F384-47D8-484F-9968-1B84B8EDA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C4DC5-F99C-4ABA-AC0C-B235ADC98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362D4B-A1C1-4A31-9089-48BC3054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688182-0ECC-4DDC-9FD6-74130072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BE702-58D3-4EBB-96EA-05CB394E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7720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F962-3AE7-426E-8FC7-A05884FF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5D434-0078-4E16-9A53-E42BCB40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57664-C23B-43E8-826E-443588D5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69D71-2949-4232-9F3C-BCC560569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365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4EEBC-44E8-4A54-96B3-7C8332ED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FA6A42-7FDF-4077-9E16-82C752C2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C32A3-8D32-463C-A948-49E185A1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1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56102-B85B-4AD9-9A0B-347B8A06C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81BE6-7076-494E-A404-69BFB3AFB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932E3-8B90-41E2-9566-3944946B0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9E15B-D80B-48FA-AC87-5263DC6AD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9558F-0F55-455F-AECB-360AB357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ED74E-1B4B-4937-B3D0-AF94F84D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3723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4C18-CC96-419A-A116-539C9BDF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D9F3C-B42D-4E18-869F-AA205FD4F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1F453-DAB0-47A8-9D14-60DA25E75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46F2A-CD81-4C93-83F0-545D95F5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DB227-FD5C-43E2-BBA4-B799241A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07023-D5BF-4F26-8063-8D888C42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7138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2826-4F1B-42D0-B944-8EED7227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EB75E-EFC5-40B4-AE28-85BCFDE7E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8C76D-5FBD-4813-AA68-DBA160F22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BF8FB-7712-44A4-AE83-363219F86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7CFDC-E3FC-4896-9150-CAB5F1E3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4127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C02B76-6DFF-4251-B569-2EA862673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59076-413B-4358-9A02-097FE02FC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4169A-3E06-49E5-834F-854449C5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F6648-4870-4B89-A407-51AF0B4E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37B0D-E30E-4AF2-8372-B7169582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7575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A4F0EF-C4B3-4119-BEF8-4ACBF3FD5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60F41-B6C0-4D7F-B965-40DCAC4A7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F0175-8EF8-4F88-BCD4-1AE77E4D6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D7A0B-5238-4FD6-A043-EB0C9B6B4610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A98AC-AD28-4F64-8AF1-1F0463C92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24B1A-6A64-45ED-985A-3B4BDE217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38250-9A9E-4DA5-A2DB-48B69B86F95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813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17F9D2-0F40-44FA-B0A7-FD2519C35D9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670321">
            <a:off x="1099549" y="698972"/>
            <a:ext cx="4200592" cy="5821648"/>
          </a:xfrm>
          <a:prstGeom prst="rect">
            <a:avLst/>
          </a:prstGeom>
        </p:spPr>
      </p:pic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94C9BF99-3BC5-4ED3-9704-6965AA924898}"/>
              </a:ext>
            </a:extLst>
          </p:cNvPr>
          <p:cNvSpPr/>
          <p:nvPr/>
        </p:nvSpPr>
        <p:spPr>
          <a:xfrm>
            <a:off x="3263900" y="1625600"/>
            <a:ext cx="2038350" cy="4337050"/>
          </a:xfrm>
          <a:custGeom>
            <a:avLst/>
            <a:gdLst>
              <a:gd name="connsiteX0" fmla="*/ 1892300 w 2038350"/>
              <a:gd name="connsiteY0" fmla="*/ 0 h 4337050"/>
              <a:gd name="connsiteX1" fmla="*/ 2038350 w 2038350"/>
              <a:gd name="connsiteY1" fmla="*/ 50800 h 4337050"/>
              <a:gd name="connsiteX2" fmla="*/ 1778000 w 2038350"/>
              <a:gd name="connsiteY2" fmla="*/ 1644650 h 4337050"/>
              <a:gd name="connsiteX3" fmla="*/ 1797050 w 2038350"/>
              <a:gd name="connsiteY3" fmla="*/ 2165350 h 4337050"/>
              <a:gd name="connsiteX4" fmla="*/ 1670050 w 2038350"/>
              <a:gd name="connsiteY4" fmla="*/ 2514600 h 4337050"/>
              <a:gd name="connsiteX5" fmla="*/ 1663700 w 2038350"/>
              <a:gd name="connsiteY5" fmla="*/ 2933700 h 4337050"/>
              <a:gd name="connsiteX6" fmla="*/ 1536700 w 2038350"/>
              <a:gd name="connsiteY6" fmla="*/ 3263900 h 4337050"/>
              <a:gd name="connsiteX7" fmla="*/ 419100 w 2038350"/>
              <a:gd name="connsiteY7" fmla="*/ 4267200 h 4337050"/>
              <a:gd name="connsiteX8" fmla="*/ 0 w 2038350"/>
              <a:gd name="connsiteY8" fmla="*/ 4337050 h 4337050"/>
              <a:gd name="connsiteX9" fmla="*/ 19050 w 2038350"/>
              <a:gd name="connsiteY9" fmla="*/ 2914650 h 4337050"/>
              <a:gd name="connsiteX10" fmla="*/ 1193800 w 2038350"/>
              <a:gd name="connsiteY10" fmla="*/ 2895600 h 4337050"/>
              <a:gd name="connsiteX11" fmla="*/ 1193800 w 2038350"/>
              <a:gd name="connsiteY11" fmla="*/ 1390650 h 4337050"/>
              <a:gd name="connsiteX12" fmla="*/ 1739900 w 2038350"/>
              <a:gd name="connsiteY12" fmla="*/ 615950 h 4337050"/>
              <a:gd name="connsiteX13" fmla="*/ 1562100 w 2038350"/>
              <a:gd name="connsiteY13" fmla="*/ 508000 h 4337050"/>
              <a:gd name="connsiteX14" fmla="*/ 1892300 w 2038350"/>
              <a:gd name="connsiteY14" fmla="*/ 0 h 433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38350" h="4337050">
                <a:moveTo>
                  <a:pt x="1892300" y="0"/>
                </a:moveTo>
                <a:lnTo>
                  <a:pt x="2038350" y="50800"/>
                </a:lnTo>
                <a:lnTo>
                  <a:pt x="1778000" y="1644650"/>
                </a:lnTo>
                <a:lnTo>
                  <a:pt x="1797050" y="2165350"/>
                </a:lnTo>
                <a:lnTo>
                  <a:pt x="1670050" y="2514600"/>
                </a:lnTo>
                <a:cubicBezTo>
                  <a:pt x="1667933" y="2654300"/>
                  <a:pt x="1665817" y="2794000"/>
                  <a:pt x="1663700" y="2933700"/>
                </a:cubicBezTo>
                <a:lnTo>
                  <a:pt x="1536700" y="3263900"/>
                </a:lnTo>
                <a:lnTo>
                  <a:pt x="419100" y="4267200"/>
                </a:lnTo>
                <a:lnTo>
                  <a:pt x="0" y="4337050"/>
                </a:lnTo>
                <a:lnTo>
                  <a:pt x="19050" y="2914650"/>
                </a:lnTo>
                <a:lnTo>
                  <a:pt x="1193800" y="2895600"/>
                </a:lnTo>
                <a:lnTo>
                  <a:pt x="1193800" y="1390650"/>
                </a:lnTo>
                <a:lnTo>
                  <a:pt x="1739900" y="615950"/>
                </a:lnTo>
                <a:lnTo>
                  <a:pt x="1562100" y="508000"/>
                </a:lnTo>
                <a:lnTo>
                  <a:pt x="189230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5C900F06-2154-4B04-A55F-2BCFA53B9FB7}"/>
              </a:ext>
            </a:extLst>
          </p:cNvPr>
          <p:cNvSpPr/>
          <p:nvPr/>
        </p:nvSpPr>
        <p:spPr>
          <a:xfrm>
            <a:off x="2705100" y="2914650"/>
            <a:ext cx="1765300" cy="3073400"/>
          </a:xfrm>
          <a:custGeom>
            <a:avLst/>
            <a:gdLst>
              <a:gd name="connsiteX0" fmla="*/ 25400 w 1765300"/>
              <a:gd name="connsiteY0" fmla="*/ 3054350 h 3073400"/>
              <a:gd name="connsiteX1" fmla="*/ 0 w 1765300"/>
              <a:gd name="connsiteY1" fmla="*/ 114300 h 3073400"/>
              <a:gd name="connsiteX2" fmla="*/ 831850 w 1765300"/>
              <a:gd name="connsiteY2" fmla="*/ 0 h 3073400"/>
              <a:gd name="connsiteX3" fmla="*/ 1765300 w 1765300"/>
              <a:gd name="connsiteY3" fmla="*/ 95250 h 3073400"/>
              <a:gd name="connsiteX4" fmla="*/ 1752600 w 1765300"/>
              <a:gd name="connsiteY4" fmla="*/ 1587500 h 3073400"/>
              <a:gd name="connsiteX5" fmla="*/ 558800 w 1765300"/>
              <a:gd name="connsiteY5" fmla="*/ 1612900 h 3073400"/>
              <a:gd name="connsiteX6" fmla="*/ 577850 w 1765300"/>
              <a:gd name="connsiteY6" fmla="*/ 3073400 h 3073400"/>
              <a:gd name="connsiteX7" fmla="*/ 25400 w 1765300"/>
              <a:gd name="connsiteY7" fmla="*/ 3054350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5300" h="3073400">
                <a:moveTo>
                  <a:pt x="25400" y="3054350"/>
                </a:moveTo>
                <a:lnTo>
                  <a:pt x="0" y="114300"/>
                </a:lnTo>
                <a:lnTo>
                  <a:pt x="831850" y="0"/>
                </a:lnTo>
                <a:lnTo>
                  <a:pt x="1765300" y="95250"/>
                </a:lnTo>
                <a:lnTo>
                  <a:pt x="1752600" y="1587500"/>
                </a:lnTo>
                <a:lnTo>
                  <a:pt x="558800" y="1612900"/>
                </a:lnTo>
                <a:lnTo>
                  <a:pt x="577850" y="3073400"/>
                </a:lnTo>
                <a:lnTo>
                  <a:pt x="25400" y="305435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94F155E4-6D5B-4B7A-AF00-9333D02F7D78}"/>
              </a:ext>
            </a:extLst>
          </p:cNvPr>
          <p:cNvSpPr/>
          <p:nvPr/>
        </p:nvSpPr>
        <p:spPr>
          <a:xfrm>
            <a:off x="3492499" y="1447800"/>
            <a:ext cx="1565275" cy="1562100"/>
          </a:xfrm>
          <a:custGeom>
            <a:avLst/>
            <a:gdLst>
              <a:gd name="connsiteX0" fmla="*/ 0 w 1689100"/>
              <a:gd name="connsiteY0" fmla="*/ 1663700 h 1733550"/>
              <a:gd name="connsiteX1" fmla="*/ 1155700 w 1689100"/>
              <a:gd name="connsiteY1" fmla="*/ 0 h 1733550"/>
              <a:gd name="connsiteX2" fmla="*/ 1689100 w 1689100"/>
              <a:gd name="connsiteY2" fmla="*/ 374650 h 1733550"/>
              <a:gd name="connsiteX3" fmla="*/ 1333500 w 1689100"/>
              <a:gd name="connsiteY3" fmla="*/ 882650 h 1733550"/>
              <a:gd name="connsiteX4" fmla="*/ 1504950 w 1689100"/>
              <a:gd name="connsiteY4" fmla="*/ 990600 h 1733550"/>
              <a:gd name="connsiteX5" fmla="*/ 977900 w 1689100"/>
              <a:gd name="connsiteY5" fmla="*/ 1733550 h 1733550"/>
              <a:gd name="connsiteX6" fmla="*/ 0 w 1689100"/>
              <a:gd name="connsiteY6" fmla="*/ 1663700 h 1733550"/>
              <a:gd name="connsiteX0" fmla="*/ 0 w 1689100"/>
              <a:gd name="connsiteY0" fmla="*/ 1492250 h 1562100"/>
              <a:gd name="connsiteX1" fmla="*/ 1055687 w 1689100"/>
              <a:gd name="connsiteY1" fmla="*/ 0 h 1562100"/>
              <a:gd name="connsiteX2" fmla="*/ 1689100 w 1689100"/>
              <a:gd name="connsiteY2" fmla="*/ 203200 h 1562100"/>
              <a:gd name="connsiteX3" fmla="*/ 1333500 w 1689100"/>
              <a:gd name="connsiteY3" fmla="*/ 711200 h 1562100"/>
              <a:gd name="connsiteX4" fmla="*/ 1504950 w 1689100"/>
              <a:gd name="connsiteY4" fmla="*/ 819150 h 1562100"/>
              <a:gd name="connsiteX5" fmla="*/ 977900 w 1689100"/>
              <a:gd name="connsiteY5" fmla="*/ 1562100 h 1562100"/>
              <a:gd name="connsiteX6" fmla="*/ 0 w 1689100"/>
              <a:gd name="connsiteY6" fmla="*/ 1492250 h 1562100"/>
              <a:gd name="connsiteX0" fmla="*/ 0 w 1565275"/>
              <a:gd name="connsiteY0" fmla="*/ 1492250 h 1562100"/>
              <a:gd name="connsiteX1" fmla="*/ 1055687 w 1565275"/>
              <a:gd name="connsiteY1" fmla="*/ 0 h 1562100"/>
              <a:gd name="connsiteX2" fmla="*/ 1565275 w 1565275"/>
              <a:gd name="connsiteY2" fmla="*/ 355600 h 1562100"/>
              <a:gd name="connsiteX3" fmla="*/ 1333500 w 1565275"/>
              <a:gd name="connsiteY3" fmla="*/ 711200 h 1562100"/>
              <a:gd name="connsiteX4" fmla="*/ 1504950 w 1565275"/>
              <a:gd name="connsiteY4" fmla="*/ 819150 h 1562100"/>
              <a:gd name="connsiteX5" fmla="*/ 977900 w 1565275"/>
              <a:gd name="connsiteY5" fmla="*/ 1562100 h 1562100"/>
              <a:gd name="connsiteX6" fmla="*/ 0 w 1565275"/>
              <a:gd name="connsiteY6" fmla="*/ 149225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65275" h="1562100">
                <a:moveTo>
                  <a:pt x="0" y="1492250"/>
                </a:moveTo>
                <a:lnTo>
                  <a:pt x="1055687" y="0"/>
                </a:lnTo>
                <a:lnTo>
                  <a:pt x="1565275" y="355600"/>
                </a:lnTo>
                <a:lnTo>
                  <a:pt x="1333500" y="711200"/>
                </a:lnTo>
                <a:lnTo>
                  <a:pt x="1504950" y="819150"/>
                </a:lnTo>
                <a:lnTo>
                  <a:pt x="977900" y="1562100"/>
                </a:lnTo>
                <a:lnTo>
                  <a:pt x="0" y="1492250"/>
                </a:ln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858739-D8D4-4A20-BE9D-7728FF40D665}"/>
              </a:ext>
            </a:extLst>
          </p:cNvPr>
          <p:cNvSpPr txBox="1"/>
          <p:nvPr/>
        </p:nvSpPr>
        <p:spPr>
          <a:xfrm>
            <a:off x="1848259" y="6357938"/>
            <a:ext cx="375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A2,</a:t>
            </a:r>
          </a:p>
          <a:p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7C6CFC-D8C5-476D-930F-5A615D773580}"/>
              </a:ext>
            </a:extLst>
          </p:cNvPr>
          <p:cNvSpPr txBox="1"/>
          <p:nvPr/>
        </p:nvSpPr>
        <p:spPr>
          <a:xfrm>
            <a:off x="2399562" y="6188869"/>
            <a:ext cx="375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A1,</a:t>
            </a:r>
          </a:p>
          <a:p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7EE9EA-7ECD-421B-ABC9-2E04B863C75B}"/>
              </a:ext>
            </a:extLst>
          </p:cNvPr>
          <p:cNvCxnSpPr/>
          <p:nvPr/>
        </p:nvCxnSpPr>
        <p:spPr>
          <a:xfrm flipV="1">
            <a:off x="2198360" y="6415118"/>
            <a:ext cx="0" cy="285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0F18FF-2925-49BB-8E31-81CBBF1B00AB}"/>
              </a:ext>
            </a:extLst>
          </p:cNvPr>
          <p:cNvCxnSpPr/>
          <p:nvPr/>
        </p:nvCxnSpPr>
        <p:spPr>
          <a:xfrm flipV="1">
            <a:off x="2743666" y="6246049"/>
            <a:ext cx="0" cy="285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807260-80CB-4B70-BCE3-B5B7D5C781B5}"/>
              </a:ext>
            </a:extLst>
          </p:cNvPr>
          <p:cNvCxnSpPr>
            <a:cxnSpLocks/>
          </p:cNvCxnSpPr>
          <p:nvPr/>
        </p:nvCxnSpPr>
        <p:spPr>
          <a:xfrm>
            <a:off x="1349139" y="5927352"/>
            <a:ext cx="76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D32F524-7DC5-4B2F-B49D-A7344B7FC372}"/>
              </a:ext>
            </a:extLst>
          </p:cNvPr>
          <p:cNvSpPr txBox="1"/>
          <p:nvPr/>
        </p:nvSpPr>
        <p:spPr>
          <a:xfrm>
            <a:off x="853256" y="5810245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A3, E3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E223CA5-CA0A-418E-B214-59C6D2914850}"/>
              </a:ext>
            </a:extLst>
          </p:cNvPr>
          <p:cNvCxnSpPr>
            <a:cxnSpLocks/>
          </p:cNvCxnSpPr>
          <p:nvPr/>
        </p:nvCxnSpPr>
        <p:spPr>
          <a:xfrm>
            <a:off x="1370323" y="5741053"/>
            <a:ext cx="76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6E9CF29-AE9C-4391-ADF5-3A4DE487C632}"/>
              </a:ext>
            </a:extLst>
          </p:cNvPr>
          <p:cNvSpPr txBox="1"/>
          <p:nvPr/>
        </p:nvSpPr>
        <p:spPr>
          <a:xfrm>
            <a:off x="840900" y="5615139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A4, E4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A9A1E15-5FB6-438F-B6F5-8149E91631F6}"/>
              </a:ext>
            </a:extLst>
          </p:cNvPr>
          <p:cNvCxnSpPr>
            <a:cxnSpLocks/>
          </p:cNvCxnSpPr>
          <p:nvPr/>
        </p:nvCxnSpPr>
        <p:spPr>
          <a:xfrm>
            <a:off x="1370323" y="5547216"/>
            <a:ext cx="76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4437CC8-55F6-49B0-A485-EE087D01DF7B}"/>
              </a:ext>
            </a:extLst>
          </p:cNvPr>
          <p:cNvSpPr txBox="1"/>
          <p:nvPr/>
        </p:nvSpPr>
        <p:spPr>
          <a:xfrm>
            <a:off x="840900" y="5421302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A5, E5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0AB4CDB-593E-4CD4-B703-1F4883C866FD}"/>
              </a:ext>
            </a:extLst>
          </p:cNvPr>
          <p:cNvCxnSpPr>
            <a:cxnSpLocks/>
          </p:cNvCxnSpPr>
          <p:nvPr/>
        </p:nvCxnSpPr>
        <p:spPr>
          <a:xfrm>
            <a:off x="1373196" y="5348838"/>
            <a:ext cx="76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A7BBF41-4DB2-457A-AD38-B90244CCCDA6}"/>
              </a:ext>
            </a:extLst>
          </p:cNvPr>
          <p:cNvSpPr txBox="1"/>
          <p:nvPr/>
        </p:nvSpPr>
        <p:spPr>
          <a:xfrm>
            <a:off x="843773" y="5222924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A6, E6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AE6E86C-9A77-4189-9DA4-C597FF5DE766}"/>
              </a:ext>
            </a:extLst>
          </p:cNvPr>
          <p:cNvCxnSpPr>
            <a:cxnSpLocks/>
          </p:cNvCxnSpPr>
          <p:nvPr/>
        </p:nvCxnSpPr>
        <p:spPr>
          <a:xfrm>
            <a:off x="1357956" y="4983078"/>
            <a:ext cx="76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8B13F71-7CBB-4089-BA9A-0BF81060E4C2}"/>
              </a:ext>
            </a:extLst>
          </p:cNvPr>
          <p:cNvSpPr txBox="1"/>
          <p:nvPr/>
        </p:nvSpPr>
        <p:spPr>
          <a:xfrm>
            <a:off x="828533" y="4857164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E7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6F2E61F-7A94-4C08-9EE1-3473E460AC39}"/>
              </a:ext>
            </a:extLst>
          </p:cNvPr>
          <p:cNvCxnSpPr>
            <a:cxnSpLocks/>
          </p:cNvCxnSpPr>
          <p:nvPr/>
        </p:nvCxnSpPr>
        <p:spPr>
          <a:xfrm flipV="1">
            <a:off x="1481372" y="4855710"/>
            <a:ext cx="299930" cy="289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458B00E-7E35-47A5-8404-3209BCA919DE}"/>
              </a:ext>
            </a:extLst>
          </p:cNvPr>
          <p:cNvSpPr txBox="1"/>
          <p:nvPr/>
        </p:nvSpPr>
        <p:spPr>
          <a:xfrm>
            <a:off x="934007" y="5009603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E8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04CB469-6EAD-4C3A-B0C0-B0DFB6C3E9C4}"/>
              </a:ext>
            </a:extLst>
          </p:cNvPr>
          <p:cNvCxnSpPr>
            <a:cxnSpLocks/>
          </p:cNvCxnSpPr>
          <p:nvPr/>
        </p:nvCxnSpPr>
        <p:spPr>
          <a:xfrm>
            <a:off x="682313" y="4791561"/>
            <a:ext cx="7692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F611583-814E-4384-9883-1F53D197D0D4}"/>
              </a:ext>
            </a:extLst>
          </p:cNvPr>
          <p:cNvSpPr txBox="1"/>
          <p:nvPr/>
        </p:nvSpPr>
        <p:spPr>
          <a:xfrm>
            <a:off x="275467" y="4763382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A9, E9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592B038-31E3-474A-A6F8-8BA0B9980F97}"/>
              </a:ext>
            </a:extLst>
          </p:cNvPr>
          <p:cNvCxnSpPr>
            <a:cxnSpLocks/>
          </p:cNvCxnSpPr>
          <p:nvPr/>
        </p:nvCxnSpPr>
        <p:spPr>
          <a:xfrm flipH="1">
            <a:off x="934007" y="4652446"/>
            <a:ext cx="492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18B8B49-90B8-4590-832B-649A2118327A}"/>
              </a:ext>
            </a:extLst>
          </p:cNvPr>
          <p:cNvSpPr txBox="1"/>
          <p:nvPr/>
        </p:nvSpPr>
        <p:spPr>
          <a:xfrm>
            <a:off x="418733" y="4555711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A10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B4E8EE2-BB26-47B4-9E72-31CDF0CACF54}"/>
              </a:ext>
            </a:extLst>
          </p:cNvPr>
          <p:cNvCxnSpPr>
            <a:cxnSpLocks/>
          </p:cNvCxnSpPr>
          <p:nvPr/>
        </p:nvCxnSpPr>
        <p:spPr>
          <a:xfrm flipH="1">
            <a:off x="1086408" y="4558661"/>
            <a:ext cx="492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D096241-DC10-47B9-856E-86D4F82951BA}"/>
              </a:ext>
            </a:extLst>
          </p:cNvPr>
          <p:cNvSpPr txBox="1"/>
          <p:nvPr/>
        </p:nvSpPr>
        <p:spPr>
          <a:xfrm>
            <a:off x="571134" y="4435550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A11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B28ABD1-58C8-484B-8063-8C00EB2B9D12}"/>
              </a:ext>
            </a:extLst>
          </p:cNvPr>
          <p:cNvCxnSpPr>
            <a:cxnSpLocks/>
          </p:cNvCxnSpPr>
          <p:nvPr/>
        </p:nvCxnSpPr>
        <p:spPr>
          <a:xfrm>
            <a:off x="1172626" y="4435550"/>
            <a:ext cx="406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95725B1-4456-41C5-980F-C073CA77C2F5}"/>
              </a:ext>
            </a:extLst>
          </p:cNvPr>
          <p:cNvSpPr txBox="1"/>
          <p:nvPr/>
        </p:nvSpPr>
        <p:spPr>
          <a:xfrm>
            <a:off x="652817" y="4315819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E12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FF5461E-05FD-4810-9A54-281ABD325EC0}"/>
              </a:ext>
            </a:extLst>
          </p:cNvPr>
          <p:cNvCxnSpPr>
            <a:cxnSpLocks/>
          </p:cNvCxnSpPr>
          <p:nvPr/>
        </p:nvCxnSpPr>
        <p:spPr>
          <a:xfrm flipH="1">
            <a:off x="1098134" y="4306613"/>
            <a:ext cx="492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129E874-9133-464E-A76B-0F4DCB4151D0}"/>
              </a:ext>
            </a:extLst>
          </p:cNvPr>
          <p:cNvSpPr txBox="1"/>
          <p:nvPr/>
        </p:nvSpPr>
        <p:spPr>
          <a:xfrm>
            <a:off x="590376" y="4183502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A13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EF41AB5-080A-4617-A42A-C6A945829B9D}"/>
              </a:ext>
            </a:extLst>
          </p:cNvPr>
          <p:cNvCxnSpPr>
            <a:cxnSpLocks/>
          </p:cNvCxnSpPr>
          <p:nvPr/>
        </p:nvCxnSpPr>
        <p:spPr>
          <a:xfrm>
            <a:off x="1166763" y="4174711"/>
            <a:ext cx="406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4E5C417-5732-4111-8AFA-3C370698890F}"/>
              </a:ext>
            </a:extLst>
          </p:cNvPr>
          <p:cNvSpPr txBox="1"/>
          <p:nvPr/>
        </p:nvSpPr>
        <p:spPr>
          <a:xfrm>
            <a:off x="613453" y="4054607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E14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E908EC5-10E8-4DA9-859E-09C6A3C33FB9}"/>
              </a:ext>
            </a:extLst>
          </p:cNvPr>
          <p:cNvCxnSpPr>
            <a:cxnSpLocks/>
          </p:cNvCxnSpPr>
          <p:nvPr/>
        </p:nvCxnSpPr>
        <p:spPr>
          <a:xfrm flipH="1">
            <a:off x="1111554" y="3799590"/>
            <a:ext cx="492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C53BBFB-2278-4142-AB7C-D0DDF423E30B}"/>
              </a:ext>
            </a:extLst>
          </p:cNvPr>
          <p:cNvSpPr txBox="1"/>
          <p:nvPr/>
        </p:nvSpPr>
        <p:spPr>
          <a:xfrm>
            <a:off x="534986" y="3670854"/>
            <a:ext cx="598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A15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4A97F11-81D9-44B0-B996-B3E833D067D1}"/>
              </a:ext>
            </a:extLst>
          </p:cNvPr>
          <p:cNvCxnSpPr>
            <a:cxnSpLocks/>
          </p:cNvCxnSpPr>
          <p:nvPr/>
        </p:nvCxnSpPr>
        <p:spPr>
          <a:xfrm flipH="1">
            <a:off x="1111554" y="3429000"/>
            <a:ext cx="492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312F42D-CFD4-4DFC-92AB-EE17BDFA900A}"/>
              </a:ext>
            </a:extLst>
          </p:cNvPr>
          <p:cNvSpPr txBox="1"/>
          <p:nvPr/>
        </p:nvSpPr>
        <p:spPr>
          <a:xfrm>
            <a:off x="438352" y="3303067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E16, A16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34F8A6D-5C53-49C7-BF2B-483ECEADE374}"/>
              </a:ext>
            </a:extLst>
          </p:cNvPr>
          <p:cNvCxnSpPr>
            <a:cxnSpLocks/>
          </p:cNvCxnSpPr>
          <p:nvPr/>
        </p:nvCxnSpPr>
        <p:spPr>
          <a:xfrm flipH="1" flipV="1">
            <a:off x="1514538" y="2544495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53971F8-B215-480A-ADB0-838DE23827DC}"/>
              </a:ext>
            </a:extLst>
          </p:cNvPr>
          <p:cNvSpPr txBox="1"/>
          <p:nvPr/>
        </p:nvSpPr>
        <p:spPr>
          <a:xfrm>
            <a:off x="934007" y="2593894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E17, A17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DA6A8D4-8D00-46E3-B245-D6685FD317A1}"/>
              </a:ext>
            </a:extLst>
          </p:cNvPr>
          <p:cNvSpPr txBox="1"/>
          <p:nvPr/>
        </p:nvSpPr>
        <p:spPr>
          <a:xfrm>
            <a:off x="1037109" y="2225692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E18, A18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4E27594-6E78-4EA3-AB92-743E67A3BFF0}"/>
              </a:ext>
            </a:extLst>
          </p:cNvPr>
          <p:cNvCxnSpPr>
            <a:cxnSpLocks/>
          </p:cNvCxnSpPr>
          <p:nvPr/>
        </p:nvCxnSpPr>
        <p:spPr>
          <a:xfrm flipH="1" flipV="1">
            <a:off x="1676148" y="2382658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357578B-48CB-4812-8B84-5758D9515C3E}"/>
              </a:ext>
            </a:extLst>
          </p:cNvPr>
          <p:cNvCxnSpPr>
            <a:cxnSpLocks/>
          </p:cNvCxnSpPr>
          <p:nvPr/>
        </p:nvCxnSpPr>
        <p:spPr>
          <a:xfrm flipH="1" flipV="1">
            <a:off x="1798913" y="2237543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30A0AB7-46BB-4910-A1BC-371F45FE95CF}"/>
              </a:ext>
            </a:extLst>
          </p:cNvPr>
          <p:cNvSpPr txBox="1"/>
          <p:nvPr/>
        </p:nvSpPr>
        <p:spPr>
          <a:xfrm>
            <a:off x="1208195" y="2026648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E19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2C858E1-F384-4799-B2EB-1ED18BECE267}"/>
              </a:ext>
            </a:extLst>
          </p:cNvPr>
          <p:cNvCxnSpPr>
            <a:cxnSpLocks/>
          </p:cNvCxnSpPr>
          <p:nvPr/>
        </p:nvCxnSpPr>
        <p:spPr>
          <a:xfrm flipH="1" flipV="1">
            <a:off x="1977306" y="2117237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D2A7150-5787-4EA7-B37E-0FDB7DD1CC18}"/>
              </a:ext>
            </a:extLst>
          </p:cNvPr>
          <p:cNvSpPr txBox="1"/>
          <p:nvPr/>
        </p:nvSpPr>
        <p:spPr>
          <a:xfrm>
            <a:off x="1346742" y="1906474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E20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3A23148-BAAF-4400-92E6-A2CEE7E8BFBB}"/>
              </a:ext>
            </a:extLst>
          </p:cNvPr>
          <p:cNvCxnSpPr>
            <a:cxnSpLocks/>
          </p:cNvCxnSpPr>
          <p:nvPr/>
        </p:nvCxnSpPr>
        <p:spPr>
          <a:xfrm flipH="1" flipV="1">
            <a:off x="2147342" y="1996931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FB929EA8-9A2E-44A3-9CCE-50AE631C6211}"/>
              </a:ext>
            </a:extLst>
          </p:cNvPr>
          <p:cNvSpPr txBox="1"/>
          <p:nvPr/>
        </p:nvSpPr>
        <p:spPr>
          <a:xfrm>
            <a:off x="1498275" y="1795503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A21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E7AB30E-E8CF-4890-A412-79005A6A92A3}"/>
              </a:ext>
            </a:extLst>
          </p:cNvPr>
          <p:cNvCxnSpPr>
            <a:cxnSpLocks/>
          </p:cNvCxnSpPr>
          <p:nvPr/>
        </p:nvCxnSpPr>
        <p:spPr>
          <a:xfrm flipH="1" flipV="1">
            <a:off x="2317378" y="1859529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61C6B62E-C3B1-44B0-A951-E2845FE003F4}"/>
              </a:ext>
            </a:extLst>
          </p:cNvPr>
          <p:cNvSpPr txBox="1"/>
          <p:nvPr/>
        </p:nvSpPr>
        <p:spPr>
          <a:xfrm>
            <a:off x="1661695" y="1675197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E22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D87E6E6-8FF6-45B4-87FE-47038901BE3D}"/>
              </a:ext>
            </a:extLst>
          </p:cNvPr>
          <p:cNvCxnSpPr>
            <a:cxnSpLocks/>
          </p:cNvCxnSpPr>
          <p:nvPr/>
        </p:nvCxnSpPr>
        <p:spPr>
          <a:xfrm flipH="1" flipV="1">
            <a:off x="2452880" y="1712638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13E1201-329B-4091-9834-42D19D389105}"/>
              </a:ext>
            </a:extLst>
          </p:cNvPr>
          <p:cNvSpPr txBox="1"/>
          <p:nvPr/>
        </p:nvSpPr>
        <p:spPr>
          <a:xfrm>
            <a:off x="1797197" y="1528306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A23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6EEF955-095F-4AD9-8BF2-7A64C96B47AF}"/>
              </a:ext>
            </a:extLst>
          </p:cNvPr>
          <p:cNvCxnSpPr>
            <a:cxnSpLocks/>
          </p:cNvCxnSpPr>
          <p:nvPr/>
        </p:nvCxnSpPr>
        <p:spPr>
          <a:xfrm flipH="1" flipV="1">
            <a:off x="2579233" y="1533618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B373AE2-6221-4D48-A138-4492A1383D8C}"/>
              </a:ext>
            </a:extLst>
          </p:cNvPr>
          <p:cNvSpPr txBox="1"/>
          <p:nvPr/>
        </p:nvSpPr>
        <p:spPr>
          <a:xfrm>
            <a:off x="1923550" y="1349286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E24, A24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9836347-8D23-4CEE-8B82-CB8045EBEC40}"/>
              </a:ext>
            </a:extLst>
          </p:cNvPr>
          <p:cNvCxnSpPr>
            <a:cxnSpLocks/>
          </p:cNvCxnSpPr>
          <p:nvPr/>
        </p:nvCxnSpPr>
        <p:spPr>
          <a:xfrm flipH="1" flipV="1">
            <a:off x="2704518" y="1364046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EAB77A0-9004-43E6-AE80-04690ED1909F}"/>
              </a:ext>
            </a:extLst>
          </p:cNvPr>
          <p:cNvSpPr txBox="1"/>
          <p:nvPr/>
        </p:nvSpPr>
        <p:spPr>
          <a:xfrm>
            <a:off x="2048835" y="1179714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A25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6C26EDF-1E7D-41D5-BF40-41C10DFD1586}"/>
              </a:ext>
            </a:extLst>
          </p:cNvPr>
          <p:cNvCxnSpPr>
            <a:cxnSpLocks/>
          </p:cNvCxnSpPr>
          <p:nvPr/>
        </p:nvCxnSpPr>
        <p:spPr>
          <a:xfrm flipH="1" flipV="1">
            <a:off x="2812629" y="1208084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F5F5F15-6FEC-4467-BA7C-3C67E4E3008B}"/>
              </a:ext>
            </a:extLst>
          </p:cNvPr>
          <p:cNvSpPr txBox="1"/>
          <p:nvPr/>
        </p:nvSpPr>
        <p:spPr>
          <a:xfrm>
            <a:off x="2156946" y="1023752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E26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A4469D3-3374-44C2-A589-B83AAF6E6378}"/>
              </a:ext>
            </a:extLst>
          </p:cNvPr>
          <p:cNvCxnSpPr>
            <a:cxnSpLocks/>
          </p:cNvCxnSpPr>
          <p:nvPr/>
        </p:nvCxnSpPr>
        <p:spPr>
          <a:xfrm flipH="1" flipV="1">
            <a:off x="3034303" y="867790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3FBBD17-4B93-475C-B5C9-316DD1DCA74A}"/>
              </a:ext>
            </a:extLst>
          </p:cNvPr>
          <p:cNvSpPr txBox="1"/>
          <p:nvPr/>
        </p:nvSpPr>
        <p:spPr>
          <a:xfrm>
            <a:off x="2378620" y="683458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E27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A238C79-6C9A-47C2-A68B-D2C4E45EEA70}"/>
              </a:ext>
            </a:extLst>
          </p:cNvPr>
          <p:cNvCxnSpPr>
            <a:cxnSpLocks/>
          </p:cNvCxnSpPr>
          <p:nvPr/>
        </p:nvCxnSpPr>
        <p:spPr>
          <a:xfrm flipH="1" flipV="1">
            <a:off x="3159396" y="714794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92437DEA-F2F9-4109-B5BA-C6621EDBF56E}"/>
              </a:ext>
            </a:extLst>
          </p:cNvPr>
          <p:cNvSpPr txBox="1"/>
          <p:nvPr/>
        </p:nvSpPr>
        <p:spPr>
          <a:xfrm>
            <a:off x="2503713" y="530462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A28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69927BC-D57A-4A23-8B01-1183BEFFAC41}"/>
              </a:ext>
            </a:extLst>
          </p:cNvPr>
          <p:cNvCxnSpPr>
            <a:cxnSpLocks/>
          </p:cNvCxnSpPr>
          <p:nvPr/>
        </p:nvCxnSpPr>
        <p:spPr>
          <a:xfrm flipH="1" flipV="1">
            <a:off x="3248902" y="550534"/>
            <a:ext cx="399697" cy="29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98B73FBB-EC19-4BFD-B67E-8438805633AD}"/>
              </a:ext>
            </a:extLst>
          </p:cNvPr>
          <p:cNvSpPr txBox="1"/>
          <p:nvPr/>
        </p:nvSpPr>
        <p:spPr>
          <a:xfrm>
            <a:off x="2593219" y="366202"/>
            <a:ext cx="735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E29, A29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835D579-006D-4F07-9A37-227883D93201}"/>
              </a:ext>
            </a:extLst>
          </p:cNvPr>
          <p:cNvCxnSpPr>
            <a:cxnSpLocks/>
          </p:cNvCxnSpPr>
          <p:nvPr/>
        </p:nvCxnSpPr>
        <p:spPr>
          <a:xfrm flipV="1">
            <a:off x="3652917" y="511301"/>
            <a:ext cx="168957" cy="217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894BC50-2D35-4B3C-B72C-D9A320294C31}"/>
              </a:ext>
            </a:extLst>
          </p:cNvPr>
          <p:cNvSpPr txBox="1"/>
          <p:nvPr/>
        </p:nvSpPr>
        <p:spPr>
          <a:xfrm>
            <a:off x="3150709" y="174445"/>
            <a:ext cx="735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E30, </a:t>
            </a:r>
          </a:p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A30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A1C4BA6-7BAD-42A6-BE52-86575AC1627D}"/>
              </a:ext>
            </a:extLst>
          </p:cNvPr>
          <p:cNvCxnSpPr>
            <a:cxnSpLocks/>
          </p:cNvCxnSpPr>
          <p:nvPr/>
        </p:nvCxnSpPr>
        <p:spPr>
          <a:xfrm flipV="1">
            <a:off x="3906913" y="608983"/>
            <a:ext cx="26945" cy="274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85F57D69-43CF-428D-8175-375CC5501C44}"/>
              </a:ext>
            </a:extLst>
          </p:cNvPr>
          <p:cNvSpPr txBox="1"/>
          <p:nvPr/>
        </p:nvSpPr>
        <p:spPr>
          <a:xfrm>
            <a:off x="3575248" y="344549"/>
            <a:ext cx="735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E31, </a:t>
            </a:r>
          </a:p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A31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24B671E-EBB0-4B17-8488-0E7C1C885A79}"/>
              </a:ext>
            </a:extLst>
          </p:cNvPr>
          <p:cNvCxnSpPr>
            <a:cxnSpLocks/>
          </p:cNvCxnSpPr>
          <p:nvPr/>
        </p:nvCxnSpPr>
        <p:spPr>
          <a:xfrm flipV="1">
            <a:off x="4292833" y="938833"/>
            <a:ext cx="239729" cy="373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A6F9A55-6E4E-4B69-A482-9F32956453BF}"/>
              </a:ext>
            </a:extLst>
          </p:cNvPr>
          <p:cNvCxnSpPr>
            <a:cxnSpLocks/>
          </p:cNvCxnSpPr>
          <p:nvPr/>
        </p:nvCxnSpPr>
        <p:spPr>
          <a:xfrm flipV="1">
            <a:off x="4522868" y="1090564"/>
            <a:ext cx="239729" cy="373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E3A84B6-7B16-4201-84E8-27366136875F}"/>
              </a:ext>
            </a:extLst>
          </p:cNvPr>
          <p:cNvCxnSpPr>
            <a:cxnSpLocks/>
          </p:cNvCxnSpPr>
          <p:nvPr/>
        </p:nvCxnSpPr>
        <p:spPr>
          <a:xfrm flipV="1">
            <a:off x="4700911" y="1199915"/>
            <a:ext cx="239729" cy="373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FBC4E59-5BA2-497E-A8A3-F267ACDE386B}"/>
              </a:ext>
            </a:extLst>
          </p:cNvPr>
          <p:cNvCxnSpPr>
            <a:cxnSpLocks/>
          </p:cNvCxnSpPr>
          <p:nvPr/>
        </p:nvCxnSpPr>
        <p:spPr>
          <a:xfrm flipV="1">
            <a:off x="4890255" y="1309266"/>
            <a:ext cx="239729" cy="373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79DA8CE-6CA0-4761-86F9-EF6F838288D4}"/>
              </a:ext>
            </a:extLst>
          </p:cNvPr>
          <p:cNvCxnSpPr>
            <a:cxnSpLocks/>
          </p:cNvCxnSpPr>
          <p:nvPr/>
        </p:nvCxnSpPr>
        <p:spPr>
          <a:xfrm flipV="1">
            <a:off x="5060495" y="1408511"/>
            <a:ext cx="239729" cy="373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127CDBEA-11AD-4901-A209-FE340E7CC6E8}"/>
              </a:ext>
            </a:extLst>
          </p:cNvPr>
          <p:cNvSpPr txBox="1"/>
          <p:nvPr/>
        </p:nvSpPr>
        <p:spPr>
          <a:xfrm>
            <a:off x="3804119" y="743695"/>
            <a:ext cx="735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E32, </a:t>
            </a:r>
          </a:p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A32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6E1985D-C2FB-4C3D-A3E8-663409032C4F}"/>
              </a:ext>
            </a:extLst>
          </p:cNvPr>
          <p:cNvSpPr txBox="1"/>
          <p:nvPr/>
        </p:nvSpPr>
        <p:spPr>
          <a:xfrm>
            <a:off x="4401835" y="896891"/>
            <a:ext cx="469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A33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D33E441-D96E-47DB-9F0D-859EC61D3741}"/>
              </a:ext>
            </a:extLst>
          </p:cNvPr>
          <p:cNvSpPr txBox="1"/>
          <p:nvPr/>
        </p:nvSpPr>
        <p:spPr>
          <a:xfrm>
            <a:off x="4663734" y="1013904"/>
            <a:ext cx="4138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B7A9F5F-C195-4F61-8713-B724F9878AC6}"/>
              </a:ext>
            </a:extLst>
          </p:cNvPr>
          <p:cNvSpPr txBox="1"/>
          <p:nvPr/>
        </p:nvSpPr>
        <p:spPr>
          <a:xfrm>
            <a:off x="4798607" y="991634"/>
            <a:ext cx="547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E35, </a:t>
            </a:r>
          </a:p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A35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906ADC2-0B6C-4305-99B5-14D5651B9F9F}"/>
              </a:ext>
            </a:extLst>
          </p:cNvPr>
          <p:cNvSpPr txBox="1"/>
          <p:nvPr/>
        </p:nvSpPr>
        <p:spPr>
          <a:xfrm>
            <a:off x="5066425" y="1073780"/>
            <a:ext cx="547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E36, </a:t>
            </a:r>
          </a:p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A36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4022417-3041-44D7-A042-9BE102A3B09B}"/>
              </a:ext>
            </a:extLst>
          </p:cNvPr>
          <p:cNvCxnSpPr>
            <a:cxnSpLocks/>
          </p:cNvCxnSpPr>
          <p:nvPr/>
        </p:nvCxnSpPr>
        <p:spPr>
          <a:xfrm flipV="1">
            <a:off x="5314495" y="1510949"/>
            <a:ext cx="66001" cy="41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9954FEE-093C-4141-A7F4-1BF08BE36289}"/>
              </a:ext>
            </a:extLst>
          </p:cNvPr>
          <p:cNvCxnSpPr>
            <a:cxnSpLocks/>
          </p:cNvCxnSpPr>
          <p:nvPr/>
        </p:nvCxnSpPr>
        <p:spPr>
          <a:xfrm flipV="1">
            <a:off x="5405616" y="1528306"/>
            <a:ext cx="66001" cy="417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ACF9CB4-4E74-4DBC-9542-B7002D05D807}"/>
              </a:ext>
            </a:extLst>
          </p:cNvPr>
          <p:cNvSpPr txBox="1"/>
          <p:nvPr/>
        </p:nvSpPr>
        <p:spPr>
          <a:xfrm>
            <a:off x="5143513" y="1349286"/>
            <a:ext cx="5856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E37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90942F1-01BE-4FB8-8D53-9ED9A6B576A7}"/>
              </a:ext>
            </a:extLst>
          </p:cNvPr>
          <p:cNvSpPr txBox="1"/>
          <p:nvPr/>
        </p:nvSpPr>
        <p:spPr>
          <a:xfrm>
            <a:off x="5184155" y="1887485"/>
            <a:ext cx="5856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A38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A8811E8-A92F-4E9F-AA3C-D8A1E1B32629}"/>
              </a:ext>
            </a:extLst>
          </p:cNvPr>
          <p:cNvCxnSpPr>
            <a:cxnSpLocks/>
          </p:cNvCxnSpPr>
          <p:nvPr/>
        </p:nvCxnSpPr>
        <p:spPr>
          <a:xfrm flipH="1">
            <a:off x="4441412" y="2225505"/>
            <a:ext cx="561931" cy="825436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16C2F53-CC30-46A4-A92C-3259B26B3176}"/>
              </a:ext>
            </a:extLst>
          </p:cNvPr>
          <p:cNvCxnSpPr>
            <a:cxnSpLocks/>
          </p:cNvCxnSpPr>
          <p:nvPr/>
        </p:nvCxnSpPr>
        <p:spPr>
          <a:xfrm>
            <a:off x="4820775" y="2149436"/>
            <a:ext cx="149315" cy="84733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320E609-9D17-4AB9-A4AF-1948A5C1330E}"/>
              </a:ext>
            </a:extLst>
          </p:cNvPr>
          <p:cNvCxnSpPr>
            <a:cxnSpLocks/>
          </p:cNvCxnSpPr>
          <p:nvPr/>
        </p:nvCxnSpPr>
        <p:spPr>
          <a:xfrm flipV="1">
            <a:off x="4840798" y="1650921"/>
            <a:ext cx="318203" cy="497831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D3B9C8A-3BB7-4947-8C2E-8C1A094E8440}"/>
              </a:ext>
            </a:extLst>
          </p:cNvPr>
          <p:cNvCxnSpPr>
            <a:cxnSpLocks/>
          </p:cNvCxnSpPr>
          <p:nvPr/>
        </p:nvCxnSpPr>
        <p:spPr>
          <a:xfrm flipH="1" flipV="1">
            <a:off x="4533186" y="1443143"/>
            <a:ext cx="507969" cy="369711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9ED590D-702E-4A21-8207-816F7F2C29C9}"/>
              </a:ext>
            </a:extLst>
          </p:cNvPr>
          <p:cNvCxnSpPr>
            <a:cxnSpLocks/>
          </p:cNvCxnSpPr>
          <p:nvPr/>
        </p:nvCxnSpPr>
        <p:spPr>
          <a:xfrm flipV="1">
            <a:off x="3498960" y="1280190"/>
            <a:ext cx="1153590" cy="1667703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2EBE89E-C21D-45A7-8BBF-8EE4B8C2047A}"/>
              </a:ext>
            </a:extLst>
          </p:cNvPr>
          <p:cNvCxnSpPr>
            <a:cxnSpLocks/>
          </p:cNvCxnSpPr>
          <p:nvPr/>
        </p:nvCxnSpPr>
        <p:spPr>
          <a:xfrm>
            <a:off x="3505648" y="2905605"/>
            <a:ext cx="976798" cy="93726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C731115-70B1-4A1B-8676-8EE99DECBCF9}"/>
              </a:ext>
            </a:extLst>
          </p:cNvPr>
          <p:cNvCxnSpPr>
            <a:cxnSpLocks/>
          </p:cNvCxnSpPr>
          <p:nvPr/>
        </p:nvCxnSpPr>
        <p:spPr>
          <a:xfrm flipH="1" flipV="1">
            <a:off x="5167989" y="1630831"/>
            <a:ext cx="137518" cy="32752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8CDCB4B-99B7-4C4E-A845-C1FB6C865F84}"/>
              </a:ext>
            </a:extLst>
          </p:cNvPr>
          <p:cNvCxnSpPr>
            <a:cxnSpLocks/>
          </p:cNvCxnSpPr>
          <p:nvPr/>
        </p:nvCxnSpPr>
        <p:spPr>
          <a:xfrm flipV="1">
            <a:off x="5072563" y="1645141"/>
            <a:ext cx="226370" cy="1578411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722AA92-49EC-429F-AEB0-A030A16425A6}"/>
              </a:ext>
            </a:extLst>
          </p:cNvPr>
          <p:cNvCxnSpPr>
            <a:cxnSpLocks/>
          </p:cNvCxnSpPr>
          <p:nvPr/>
        </p:nvCxnSpPr>
        <p:spPr>
          <a:xfrm flipH="1">
            <a:off x="5057001" y="3196762"/>
            <a:ext cx="19772" cy="597202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7D54940-570F-4422-A77F-07DE7A047057}"/>
              </a:ext>
            </a:extLst>
          </p:cNvPr>
          <p:cNvCxnSpPr>
            <a:cxnSpLocks/>
          </p:cNvCxnSpPr>
          <p:nvPr/>
        </p:nvCxnSpPr>
        <p:spPr>
          <a:xfrm flipH="1">
            <a:off x="4940640" y="3793964"/>
            <a:ext cx="125785" cy="321393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E5F29A8-4723-4FFD-85CA-C3F5082D453C}"/>
              </a:ext>
            </a:extLst>
          </p:cNvPr>
          <p:cNvCxnSpPr>
            <a:cxnSpLocks/>
          </p:cNvCxnSpPr>
          <p:nvPr/>
        </p:nvCxnSpPr>
        <p:spPr>
          <a:xfrm flipH="1">
            <a:off x="4949342" y="4054607"/>
            <a:ext cx="10348" cy="501104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3CA2539-C667-45D7-A0EB-BDB426359FEE}"/>
              </a:ext>
            </a:extLst>
          </p:cNvPr>
          <p:cNvCxnSpPr>
            <a:cxnSpLocks/>
          </p:cNvCxnSpPr>
          <p:nvPr/>
        </p:nvCxnSpPr>
        <p:spPr>
          <a:xfrm flipH="1">
            <a:off x="4791199" y="4555711"/>
            <a:ext cx="149442" cy="319925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04A557B-69A8-4BA0-B616-2BC940D85DE3}"/>
              </a:ext>
            </a:extLst>
          </p:cNvPr>
          <p:cNvCxnSpPr>
            <a:cxnSpLocks/>
          </p:cNvCxnSpPr>
          <p:nvPr/>
        </p:nvCxnSpPr>
        <p:spPr>
          <a:xfrm flipH="1">
            <a:off x="3680135" y="4862914"/>
            <a:ext cx="1107198" cy="1050490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64B20995-2874-45B1-9D1E-2B7297F2BCF8}"/>
              </a:ext>
            </a:extLst>
          </p:cNvPr>
          <p:cNvCxnSpPr>
            <a:cxnSpLocks/>
          </p:cNvCxnSpPr>
          <p:nvPr/>
        </p:nvCxnSpPr>
        <p:spPr>
          <a:xfrm flipH="1">
            <a:off x="3281973" y="5913404"/>
            <a:ext cx="433777" cy="65536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0F86A177-201D-47E7-A00D-3A988D6E0B5A}"/>
              </a:ext>
            </a:extLst>
          </p:cNvPr>
          <p:cNvCxnSpPr>
            <a:cxnSpLocks/>
          </p:cNvCxnSpPr>
          <p:nvPr/>
        </p:nvCxnSpPr>
        <p:spPr>
          <a:xfrm flipH="1">
            <a:off x="4439225" y="3022094"/>
            <a:ext cx="21079" cy="1469896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FBA71D66-F3F8-4D1A-9CCE-527ED9F7D1ED}"/>
              </a:ext>
            </a:extLst>
          </p:cNvPr>
          <p:cNvCxnSpPr>
            <a:cxnSpLocks/>
          </p:cNvCxnSpPr>
          <p:nvPr/>
        </p:nvCxnSpPr>
        <p:spPr>
          <a:xfrm flipH="1">
            <a:off x="3267362" y="5295900"/>
            <a:ext cx="11889" cy="683040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A1E59BE7-3BEE-489A-84A5-44CC51690CEF}"/>
              </a:ext>
            </a:extLst>
          </p:cNvPr>
          <p:cNvCxnSpPr>
            <a:cxnSpLocks/>
          </p:cNvCxnSpPr>
          <p:nvPr/>
        </p:nvCxnSpPr>
        <p:spPr>
          <a:xfrm flipV="1">
            <a:off x="3260789" y="4491990"/>
            <a:ext cx="0" cy="803911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B831DF7-9A3E-40DD-BBB5-FE45A7E04FA0}"/>
              </a:ext>
            </a:extLst>
          </p:cNvPr>
          <p:cNvCxnSpPr>
            <a:cxnSpLocks/>
          </p:cNvCxnSpPr>
          <p:nvPr/>
        </p:nvCxnSpPr>
        <p:spPr>
          <a:xfrm flipH="1">
            <a:off x="3260789" y="4491990"/>
            <a:ext cx="1214895" cy="0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8C00724-A4BB-494F-ABBF-93FAB45156BD}"/>
              </a:ext>
            </a:extLst>
          </p:cNvPr>
          <p:cNvCxnSpPr>
            <a:cxnSpLocks/>
          </p:cNvCxnSpPr>
          <p:nvPr/>
        </p:nvCxnSpPr>
        <p:spPr>
          <a:xfrm flipV="1">
            <a:off x="2717075" y="2919148"/>
            <a:ext cx="781786" cy="96312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19A672B-78B7-4AB0-8452-E6D0EE799502}"/>
              </a:ext>
            </a:extLst>
          </p:cNvPr>
          <p:cNvCxnSpPr>
            <a:cxnSpLocks/>
          </p:cNvCxnSpPr>
          <p:nvPr/>
        </p:nvCxnSpPr>
        <p:spPr>
          <a:xfrm>
            <a:off x="2695898" y="2999331"/>
            <a:ext cx="21177" cy="2946841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1EA06C6-3D91-4481-90F0-01CAB7056CCF}"/>
              </a:ext>
            </a:extLst>
          </p:cNvPr>
          <p:cNvCxnSpPr>
            <a:cxnSpLocks/>
          </p:cNvCxnSpPr>
          <p:nvPr/>
        </p:nvCxnSpPr>
        <p:spPr>
          <a:xfrm flipH="1">
            <a:off x="2699437" y="5978940"/>
            <a:ext cx="601925" cy="0"/>
          </a:xfrm>
          <a:prstGeom prst="line">
            <a:avLst/>
          </a:prstGeom>
          <a:ln w="76200">
            <a:solidFill>
              <a:srgbClr val="00B05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1D244CF-B34A-43EB-BD94-4BAFB77C2C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1747"/>
          <a:stretch/>
        </p:blipFill>
        <p:spPr>
          <a:xfrm>
            <a:off x="6752864" y="441622"/>
            <a:ext cx="4745209" cy="6458464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D96DC865-074E-496E-9228-719BA5302744}"/>
              </a:ext>
            </a:extLst>
          </p:cNvPr>
          <p:cNvSpPr txBox="1"/>
          <p:nvPr/>
        </p:nvSpPr>
        <p:spPr>
          <a:xfrm>
            <a:off x="5560651" y="61583"/>
            <a:ext cx="4109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/>
              <a:t>Entrances</a:t>
            </a:r>
            <a:r>
              <a:rPr lang="de-CH" b="1" dirty="0"/>
              <a:t> and Exits For Vehicle </a:t>
            </a:r>
            <a:r>
              <a:rPr lang="de-CH" b="1" dirty="0" err="1"/>
              <a:t>Spawning</a:t>
            </a:r>
            <a:endParaRPr lang="de-CH" b="1" dirty="0"/>
          </a:p>
          <a:p>
            <a:r>
              <a:rPr lang="de-CH" b="1" dirty="0"/>
              <a:t>(Running Ambühl Simulation)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289A63C-E299-4614-88D1-8647EDCECE37}"/>
              </a:ext>
            </a:extLst>
          </p:cNvPr>
          <p:cNvGrpSpPr/>
          <p:nvPr/>
        </p:nvGrpSpPr>
        <p:grpSpPr>
          <a:xfrm rot="157455">
            <a:off x="3566093" y="1386759"/>
            <a:ext cx="1543778" cy="1683549"/>
            <a:chOff x="4564307" y="4946168"/>
            <a:chExt cx="1543778" cy="1683549"/>
          </a:xfrm>
        </p:grpSpPr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16E81349-02B6-4E1A-8CEA-19D58C467FBD}"/>
                </a:ext>
              </a:extLst>
            </p:cNvPr>
            <p:cNvSpPr/>
            <p:nvPr/>
          </p:nvSpPr>
          <p:spPr>
            <a:xfrm rot="1993080">
              <a:off x="5452469" y="4946168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23DD6715-2F30-4B47-9136-AEFC9A1C37BE}"/>
                </a:ext>
              </a:extLst>
            </p:cNvPr>
            <p:cNvSpPr/>
            <p:nvPr/>
          </p:nvSpPr>
          <p:spPr>
            <a:xfrm rot="1993080">
              <a:off x="5631384" y="5063327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E1F8593-5352-4570-8DAC-668E5609B717}"/>
                </a:ext>
              </a:extLst>
            </p:cNvPr>
            <p:cNvSpPr/>
            <p:nvPr/>
          </p:nvSpPr>
          <p:spPr>
            <a:xfrm rot="1993080">
              <a:off x="5811489" y="5173497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BCD7865F-9187-4099-B120-6ABCEFE174B0}"/>
                </a:ext>
              </a:extLst>
            </p:cNvPr>
            <p:cNvSpPr/>
            <p:nvPr/>
          </p:nvSpPr>
          <p:spPr>
            <a:xfrm rot="1993080">
              <a:off x="5988034" y="5289103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A2715DF1-AAD4-455F-B714-2D535C8434BC}"/>
                </a:ext>
              </a:extLst>
            </p:cNvPr>
            <p:cNvSpPr/>
            <p:nvPr/>
          </p:nvSpPr>
          <p:spPr>
            <a:xfrm rot="1993080">
              <a:off x="5340341" y="5123976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5FE359EF-2E5E-4BAD-A3F4-AA68F048FDEA}"/>
                </a:ext>
              </a:extLst>
            </p:cNvPr>
            <p:cNvSpPr/>
            <p:nvPr/>
          </p:nvSpPr>
          <p:spPr>
            <a:xfrm rot="1993080">
              <a:off x="5225745" y="5292401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2C753A42-54C3-4155-A6E4-63FFA2D5A342}"/>
                </a:ext>
              </a:extLst>
            </p:cNvPr>
            <p:cNvSpPr/>
            <p:nvPr/>
          </p:nvSpPr>
          <p:spPr>
            <a:xfrm rot="1993080">
              <a:off x="5118568" y="5462650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1E9F993A-00DD-4322-923F-0E2492FFF201}"/>
                </a:ext>
              </a:extLst>
            </p:cNvPr>
            <p:cNvSpPr/>
            <p:nvPr/>
          </p:nvSpPr>
          <p:spPr>
            <a:xfrm rot="1993080">
              <a:off x="5016106" y="5635988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2D01726E-B91E-46CC-9EE8-2396DB656A3E}"/>
                </a:ext>
              </a:extLst>
            </p:cNvPr>
            <p:cNvSpPr/>
            <p:nvPr/>
          </p:nvSpPr>
          <p:spPr>
            <a:xfrm rot="1993080">
              <a:off x="4905384" y="5798841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E6936489-1158-4B02-AF2E-B3DA90C73292}"/>
                </a:ext>
              </a:extLst>
            </p:cNvPr>
            <p:cNvSpPr/>
            <p:nvPr/>
          </p:nvSpPr>
          <p:spPr>
            <a:xfrm rot="1993080">
              <a:off x="4794003" y="5981234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4B95EAC1-7F19-470E-B354-5CF199F9914A}"/>
                </a:ext>
              </a:extLst>
            </p:cNvPr>
            <p:cNvSpPr/>
            <p:nvPr/>
          </p:nvSpPr>
          <p:spPr>
            <a:xfrm rot="1993080">
              <a:off x="4679187" y="6160877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7184353B-4B28-4CDB-8BCF-A1DD342B1216}"/>
                </a:ext>
              </a:extLst>
            </p:cNvPr>
            <p:cNvSpPr/>
            <p:nvPr/>
          </p:nvSpPr>
          <p:spPr>
            <a:xfrm rot="1993080">
              <a:off x="4564307" y="6336311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69B8A4A0-F1E2-4786-AF3D-6E8831F2C80D}"/>
                </a:ext>
              </a:extLst>
            </p:cNvPr>
            <p:cNvSpPr/>
            <p:nvPr/>
          </p:nvSpPr>
          <p:spPr>
            <a:xfrm rot="1993080">
              <a:off x="4743621" y="6453731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6D0AD7BE-F425-4F1E-A005-5F1CDABA61BF}"/>
                </a:ext>
              </a:extLst>
            </p:cNvPr>
            <p:cNvSpPr/>
            <p:nvPr/>
          </p:nvSpPr>
          <p:spPr>
            <a:xfrm rot="1993080">
              <a:off x="5026567" y="6388352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9BE17B14-0695-43CE-9D14-A3CF483D8216}"/>
                </a:ext>
              </a:extLst>
            </p:cNvPr>
            <p:cNvSpPr/>
            <p:nvPr/>
          </p:nvSpPr>
          <p:spPr>
            <a:xfrm rot="1993080">
              <a:off x="5212164" y="6509524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22BF93C7-C159-4CC1-BC9E-BAF73D0F9289}"/>
                </a:ext>
              </a:extLst>
            </p:cNvPr>
            <p:cNvSpPr/>
            <p:nvPr/>
          </p:nvSpPr>
          <p:spPr>
            <a:xfrm rot="1993080">
              <a:off x="5509168" y="6427007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889A274-CA40-43A8-AF52-ED60DA871146}"/>
                </a:ext>
              </a:extLst>
            </p:cNvPr>
            <p:cNvSpPr/>
            <p:nvPr/>
          </p:nvSpPr>
          <p:spPr>
            <a:xfrm rot="1993080">
              <a:off x="5837494" y="5925616"/>
              <a:ext cx="120051" cy="120193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217" name="Oval 216">
            <a:extLst>
              <a:ext uri="{FF2B5EF4-FFF2-40B4-BE49-F238E27FC236}">
                <a16:creationId xmlns:a16="http://schemas.microsoft.com/office/drawing/2014/main" id="{E697265B-A7D0-4F0D-B4FD-D2129AF19F5D}"/>
              </a:ext>
            </a:extLst>
          </p:cNvPr>
          <p:cNvSpPr/>
          <p:nvPr/>
        </p:nvSpPr>
        <p:spPr>
          <a:xfrm rot="2150535">
            <a:off x="4385830" y="3319183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19F97106-DCCB-43ED-B5B7-6967C95B95E0}"/>
              </a:ext>
            </a:extLst>
          </p:cNvPr>
          <p:cNvSpPr/>
          <p:nvPr/>
        </p:nvSpPr>
        <p:spPr>
          <a:xfrm rot="2150535">
            <a:off x="4394849" y="3708951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7057E47D-204A-40AC-A67C-B4EB8797C11E}"/>
              </a:ext>
            </a:extLst>
          </p:cNvPr>
          <p:cNvSpPr/>
          <p:nvPr/>
        </p:nvSpPr>
        <p:spPr>
          <a:xfrm rot="2150535">
            <a:off x="4397344" y="4093770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19C6FD0F-DE69-4ACE-B7AA-6EDFE7D905B0}"/>
              </a:ext>
            </a:extLst>
          </p:cNvPr>
          <p:cNvSpPr/>
          <p:nvPr/>
        </p:nvSpPr>
        <p:spPr>
          <a:xfrm rot="2150535">
            <a:off x="4394849" y="4449627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1919ED60-33FD-4E37-8365-F3F0219C8965}"/>
              </a:ext>
            </a:extLst>
          </p:cNvPr>
          <p:cNvSpPr/>
          <p:nvPr/>
        </p:nvSpPr>
        <p:spPr>
          <a:xfrm rot="2150535">
            <a:off x="4188543" y="4454023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8F9EE0DC-B40F-4CAA-B0EF-1936AC4D8CFA}"/>
              </a:ext>
            </a:extLst>
          </p:cNvPr>
          <p:cNvSpPr/>
          <p:nvPr/>
        </p:nvSpPr>
        <p:spPr>
          <a:xfrm rot="2150535">
            <a:off x="3964965" y="4452168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B2F1F800-F8EE-43AF-8BA4-96BFEE9E5370}"/>
              </a:ext>
            </a:extLst>
          </p:cNvPr>
          <p:cNvSpPr/>
          <p:nvPr/>
        </p:nvSpPr>
        <p:spPr>
          <a:xfrm rot="2150535">
            <a:off x="3745620" y="4458320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CA92E2D5-58B9-459E-84DC-46732A277172}"/>
              </a:ext>
            </a:extLst>
          </p:cNvPr>
          <p:cNvSpPr/>
          <p:nvPr/>
        </p:nvSpPr>
        <p:spPr>
          <a:xfrm rot="2150535">
            <a:off x="3470497" y="4463655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ACF30E13-093B-488B-BB7F-010D3DF206AD}"/>
              </a:ext>
            </a:extLst>
          </p:cNvPr>
          <p:cNvSpPr/>
          <p:nvPr/>
        </p:nvSpPr>
        <p:spPr>
          <a:xfrm rot="2150535">
            <a:off x="3221948" y="5862647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B38E3355-68D3-47EE-B34A-FDEDCF7CBD4B}"/>
              </a:ext>
            </a:extLst>
          </p:cNvPr>
          <p:cNvSpPr/>
          <p:nvPr/>
        </p:nvSpPr>
        <p:spPr>
          <a:xfrm rot="2150535">
            <a:off x="3213399" y="5614396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0BD86795-13F5-47F5-9178-E51A82D69C44}"/>
              </a:ext>
            </a:extLst>
          </p:cNvPr>
          <p:cNvSpPr/>
          <p:nvPr/>
        </p:nvSpPr>
        <p:spPr>
          <a:xfrm rot="2150535">
            <a:off x="3207706" y="5252511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390CC53B-E806-4784-8B51-7486A5808050}"/>
              </a:ext>
            </a:extLst>
          </p:cNvPr>
          <p:cNvSpPr/>
          <p:nvPr/>
        </p:nvSpPr>
        <p:spPr>
          <a:xfrm rot="2150535">
            <a:off x="3207309" y="4855543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9B5A05F6-511D-4443-90EC-26AA3910674B}"/>
              </a:ext>
            </a:extLst>
          </p:cNvPr>
          <p:cNvSpPr/>
          <p:nvPr/>
        </p:nvSpPr>
        <p:spPr>
          <a:xfrm rot="2150535">
            <a:off x="3202319" y="4485561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A176FE99-A852-4684-B56C-A328A2D29453}"/>
              </a:ext>
            </a:extLst>
          </p:cNvPr>
          <p:cNvSpPr/>
          <p:nvPr/>
        </p:nvSpPr>
        <p:spPr>
          <a:xfrm rot="2150535">
            <a:off x="2674392" y="5867255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6A0E0D49-E4DE-4EE7-A529-962778C08872}"/>
              </a:ext>
            </a:extLst>
          </p:cNvPr>
          <p:cNvSpPr/>
          <p:nvPr/>
        </p:nvSpPr>
        <p:spPr>
          <a:xfrm rot="2150535">
            <a:off x="2676550" y="5629495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CCEABF1B-1E67-4EFD-8CA4-A2FA7D5862F1}"/>
              </a:ext>
            </a:extLst>
          </p:cNvPr>
          <p:cNvSpPr/>
          <p:nvPr/>
        </p:nvSpPr>
        <p:spPr>
          <a:xfrm rot="2150535">
            <a:off x="2667820" y="5246692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40170CEC-B2A7-4FC9-9950-09827B8A5060}"/>
              </a:ext>
            </a:extLst>
          </p:cNvPr>
          <p:cNvSpPr/>
          <p:nvPr/>
        </p:nvSpPr>
        <p:spPr>
          <a:xfrm rot="2150535">
            <a:off x="2658105" y="4863889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55AF5B89-3586-4B56-A7BF-1F230AFDD902}"/>
              </a:ext>
            </a:extLst>
          </p:cNvPr>
          <p:cNvSpPr/>
          <p:nvPr/>
        </p:nvSpPr>
        <p:spPr>
          <a:xfrm rot="2150535">
            <a:off x="2650954" y="4486295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EC915094-68A9-4F83-87D7-1016950438EE}"/>
              </a:ext>
            </a:extLst>
          </p:cNvPr>
          <p:cNvSpPr/>
          <p:nvPr/>
        </p:nvSpPr>
        <p:spPr>
          <a:xfrm rot="2150535">
            <a:off x="2650280" y="4102783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C26DD79F-4AC4-4D94-9981-4812A1F0AE0F}"/>
              </a:ext>
            </a:extLst>
          </p:cNvPr>
          <p:cNvSpPr/>
          <p:nvPr/>
        </p:nvSpPr>
        <p:spPr>
          <a:xfrm rot="2150535">
            <a:off x="2637724" y="3720256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51849C76-C316-46D0-BD3F-43FE32B718F1}"/>
              </a:ext>
            </a:extLst>
          </p:cNvPr>
          <p:cNvSpPr/>
          <p:nvPr/>
        </p:nvSpPr>
        <p:spPr>
          <a:xfrm rot="2150535">
            <a:off x="2633494" y="3333475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27695089-BB8E-4BBF-991A-55D8699BA2C8}"/>
              </a:ext>
            </a:extLst>
          </p:cNvPr>
          <p:cNvSpPr/>
          <p:nvPr/>
        </p:nvSpPr>
        <p:spPr>
          <a:xfrm rot="2150535">
            <a:off x="2647232" y="3002911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8A37EF2-97FE-4971-809E-89AB1F7F3B67}"/>
              </a:ext>
            </a:extLst>
          </p:cNvPr>
          <p:cNvSpPr/>
          <p:nvPr/>
        </p:nvSpPr>
        <p:spPr>
          <a:xfrm rot="2150535">
            <a:off x="3079587" y="2897417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1C7B28EE-5BCB-4B40-B6F0-7AB89C9FF457}"/>
              </a:ext>
            </a:extLst>
          </p:cNvPr>
          <p:cNvSpPr/>
          <p:nvPr/>
        </p:nvSpPr>
        <p:spPr>
          <a:xfrm rot="2150535">
            <a:off x="3432205" y="2874925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A11F0444-3EBC-43E9-B616-C721329DD7FA}"/>
              </a:ext>
            </a:extLst>
          </p:cNvPr>
          <p:cNvSpPr/>
          <p:nvPr/>
        </p:nvSpPr>
        <p:spPr>
          <a:xfrm rot="2150535">
            <a:off x="3207308" y="5047574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F0F07454-65CB-4F59-9702-40C6AC1109E4}"/>
              </a:ext>
            </a:extLst>
          </p:cNvPr>
          <p:cNvSpPr/>
          <p:nvPr/>
        </p:nvSpPr>
        <p:spPr>
          <a:xfrm rot="2150535">
            <a:off x="3205453" y="4730922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0DCF2087-A96D-42D4-ACB5-DBA56A99A16A}"/>
              </a:ext>
            </a:extLst>
          </p:cNvPr>
          <p:cNvSpPr/>
          <p:nvPr/>
        </p:nvSpPr>
        <p:spPr>
          <a:xfrm rot="2150535">
            <a:off x="2658104" y="4730920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17D69E89-1192-42C3-8A8A-028665919459}"/>
              </a:ext>
            </a:extLst>
          </p:cNvPr>
          <p:cNvSpPr/>
          <p:nvPr/>
        </p:nvSpPr>
        <p:spPr>
          <a:xfrm rot="2150535">
            <a:off x="2654846" y="4613431"/>
            <a:ext cx="120051" cy="120193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1780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77722A1E-632E-4525-97D4-0335A7D11740}"/>
              </a:ext>
            </a:extLst>
          </p:cNvPr>
          <p:cNvSpPr/>
          <p:nvPr/>
        </p:nvSpPr>
        <p:spPr>
          <a:xfrm rot="19460768">
            <a:off x="5809290" y="686277"/>
            <a:ext cx="2727585" cy="4704568"/>
          </a:xfrm>
          <a:custGeom>
            <a:avLst/>
            <a:gdLst>
              <a:gd name="connsiteX0" fmla="*/ 2727585 w 2727585"/>
              <a:gd name="connsiteY0" fmla="*/ 164065 h 4704568"/>
              <a:gd name="connsiteX1" fmla="*/ 1985909 w 2727585"/>
              <a:gd name="connsiteY1" fmla="*/ 4704568 h 4704568"/>
              <a:gd name="connsiteX2" fmla="*/ 0 w 2727585"/>
              <a:gd name="connsiteY2" fmla="*/ 4615233 h 4704568"/>
              <a:gd name="connsiteX3" fmla="*/ 0 w 2727585"/>
              <a:gd name="connsiteY3" fmla="*/ 4491288 h 4704568"/>
              <a:gd name="connsiteX4" fmla="*/ 1763701 w 2727585"/>
              <a:gd name="connsiteY4" fmla="*/ 1989292 h 4704568"/>
              <a:gd name="connsiteX5" fmla="*/ 1189473 w 2727585"/>
              <a:gd name="connsiteY5" fmla="*/ 1640653 h 4704568"/>
              <a:gd name="connsiteX6" fmla="*/ 2255898 w 2727585"/>
              <a:gd name="connsiteY6" fmla="*/ 0 h 4704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7585" h="4704568">
                <a:moveTo>
                  <a:pt x="2727585" y="164065"/>
                </a:moveTo>
                <a:lnTo>
                  <a:pt x="1985909" y="4704568"/>
                </a:lnTo>
                <a:lnTo>
                  <a:pt x="0" y="4615233"/>
                </a:lnTo>
                <a:lnTo>
                  <a:pt x="0" y="4491288"/>
                </a:lnTo>
                <a:lnTo>
                  <a:pt x="1763701" y="1989292"/>
                </a:lnTo>
                <a:lnTo>
                  <a:pt x="1189473" y="1640653"/>
                </a:lnTo>
                <a:lnTo>
                  <a:pt x="2255898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08074A-8AF1-42CC-B8E2-5D869BFD138D}"/>
              </a:ext>
            </a:extLst>
          </p:cNvPr>
          <p:cNvGrpSpPr/>
          <p:nvPr/>
        </p:nvGrpSpPr>
        <p:grpSpPr>
          <a:xfrm rot="-60000">
            <a:off x="3167705" y="6289"/>
            <a:ext cx="5754085" cy="6903428"/>
            <a:chOff x="351934" y="6289"/>
            <a:chExt cx="5754085" cy="6903428"/>
          </a:xfrm>
        </p:grpSpPr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01023836-0501-4D48-8465-DC4231815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9434"/>
            <a:stretch>
              <a:fillRect/>
            </a:stretch>
          </p:blipFill>
          <p:spPr>
            <a:xfrm rot="596236">
              <a:off x="351934" y="6289"/>
              <a:ext cx="5754085" cy="6903428"/>
            </a:xfrm>
            <a:custGeom>
              <a:avLst/>
              <a:gdLst>
                <a:gd name="connsiteX0" fmla="*/ 5754085 w 5754085"/>
                <a:gd name="connsiteY0" fmla="*/ 6899401 h 6903428"/>
                <a:gd name="connsiteX1" fmla="*/ 5754085 w 5754085"/>
                <a:gd name="connsiteY1" fmla="*/ 6903428 h 6903428"/>
                <a:gd name="connsiteX2" fmla="*/ 5749684 w 5754085"/>
                <a:gd name="connsiteY2" fmla="*/ 6903428 h 6903428"/>
                <a:gd name="connsiteX3" fmla="*/ 0 w 5754085"/>
                <a:gd name="connsiteY3" fmla="*/ 0 h 6903428"/>
                <a:gd name="connsiteX4" fmla="*/ 5754085 w 5754085"/>
                <a:gd name="connsiteY4" fmla="*/ 0 h 6903428"/>
                <a:gd name="connsiteX5" fmla="*/ 5754085 w 5754085"/>
                <a:gd name="connsiteY5" fmla="*/ 4000567 h 6903428"/>
                <a:gd name="connsiteX6" fmla="*/ 2581517 w 5754085"/>
                <a:gd name="connsiteY6" fmla="*/ 6903428 h 6903428"/>
                <a:gd name="connsiteX7" fmla="*/ 1209469 w 5754085"/>
                <a:gd name="connsiteY7" fmla="*/ 6903428 h 690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54085" h="6903428">
                  <a:moveTo>
                    <a:pt x="5754085" y="6899401"/>
                  </a:moveTo>
                  <a:lnTo>
                    <a:pt x="5754085" y="6903428"/>
                  </a:lnTo>
                  <a:lnTo>
                    <a:pt x="5749684" y="6903428"/>
                  </a:lnTo>
                  <a:close/>
                  <a:moveTo>
                    <a:pt x="0" y="0"/>
                  </a:moveTo>
                  <a:lnTo>
                    <a:pt x="5754085" y="0"/>
                  </a:lnTo>
                  <a:lnTo>
                    <a:pt x="5754085" y="4000567"/>
                  </a:lnTo>
                  <a:lnTo>
                    <a:pt x="2581517" y="6903428"/>
                  </a:lnTo>
                  <a:lnTo>
                    <a:pt x="1209469" y="6903428"/>
                  </a:lnTo>
                  <a:close/>
                </a:path>
              </a:pathLst>
            </a:custGeom>
          </p:spPr>
        </p:pic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4F155E4-6D5B-4B7A-AF00-9333D02F7D78}"/>
                </a:ext>
              </a:extLst>
            </p:cNvPr>
            <p:cNvSpPr/>
            <p:nvPr/>
          </p:nvSpPr>
          <p:spPr>
            <a:xfrm rot="19492416">
              <a:off x="603500" y="1485552"/>
              <a:ext cx="4295141" cy="4311859"/>
            </a:xfrm>
            <a:custGeom>
              <a:avLst/>
              <a:gdLst>
                <a:gd name="connsiteX0" fmla="*/ 0 w 1689100"/>
                <a:gd name="connsiteY0" fmla="*/ 1663700 h 1733550"/>
                <a:gd name="connsiteX1" fmla="*/ 1155700 w 1689100"/>
                <a:gd name="connsiteY1" fmla="*/ 0 h 1733550"/>
                <a:gd name="connsiteX2" fmla="*/ 1689100 w 1689100"/>
                <a:gd name="connsiteY2" fmla="*/ 374650 h 1733550"/>
                <a:gd name="connsiteX3" fmla="*/ 1333500 w 1689100"/>
                <a:gd name="connsiteY3" fmla="*/ 882650 h 1733550"/>
                <a:gd name="connsiteX4" fmla="*/ 1504950 w 1689100"/>
                <a:gd name="connsiteY4" fmla="*/ 990600 h 1733550"/>
                <a:gd name="connsiteX5" fmla="*/ 977900 w 1689100"/>
                <a:gd name="connsiteY5" fmla="*/ 1733550 h 1733550"/>
                <a:gd name="connsiteX6" fmla="*/ 0 w 1689100"/>
                <a:gd name="connsiteY6" fmla="*/ 1663700 h 1733550"/>
                <a:gd name="connsiteX0" fmla="*/ 0 w 1689100"/>
                <a:gd name="connsiteY0" fmla="*/ 1485893 h 1555743"/>
                <a:gd name="connsiteX1" fmla="*/ 1040807 w 1689100"/>
                <a:gd name="connsiteY1" fmla="*/ 0 h 1555743"/>
                <a:gd name="connsiteX2" fmla="*/ 1689100 w 1689100"/>
                <a:gd name="connsiteY2" fmla="*/ 196843 h 1555743"/>
                <a:gd name="connsiteX3" fmla="*/ 1333500 w 1689100"/>
                <a:gd name="connsiteY3" fmla="*/ 704843 h 1555743"/>
                <a:gd name="connsiteX4" fmla="*/ 1504950 w 1689100"/>
                <a:gd name="connsiteY4" fmla="*/ 812793 h 1555743"/>
                <a:gd name="connsiteX5" fmla="*/ 977900 w 1689100"/>
                <a:gd name="connsiteY5" fmla="*/ 1555743 h 1555743"/>
                <a:gd name="connsiteX6" fmla="*/ 0 w 1689100"/>
                <a:gd name="connsiteY6" fmla="*/ 1485893 h 1555743"/>
                <a:gd name="connsiteX0" fmla="*/ 0 w 1549711"/>
                <a:gd name="connsiteY0" fmla="*/ 1485893 h 1555743"/>
                <a:gd name="connsiteX1" fmla="*/ 1040807 w 1549711"/>
                <a:gd name="connsiteY1" fmla="*/ 0 h 1555743"/>
                <a:gd name="connsiteX2" fmla="*/ 1549711 w 1549711"/>
                <a:gd name="connsiteY2" fmla="*/ 367407 h 1555743"/>
                <a:gd name="connsiteX3" fmla="*/ 1333500 w 1549711"/>
                <a:gd name="connsiteY3" fmla="*/ 704843 h 1555743"/>
                <a:gd name="connsiteX4" fmla="*/ 1504950 w 1549711"/>
                <a:gd name="connsiteY4" fmla="*/ 812793 h 1555743"/>
                <a:gd name="connsiteX5" fmla="*/ 977900 w 1549711"/>
                <a:gd name="connsiteY5" fmla="*/ 1555743 h 1555743"/>
                <a:gd name="connsiteX6" fmla="*/ 0 w 1549711"/>
                <a:gd name="connsiteY6" fmla="*/ 1485893 h 155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49711" h="1555743">
                  <a:moveTo>
                    <a:pt x="0" y="1485893"/>
                  </a:moveTo>
                  <a:lnTo>
                    <a:pt x="1040807" y="0"/>
                  </a:lnTo>
                  <a:lnTo>
                    <a:pt x="1549711" y="367407"/>
                  </a:lnTo>
                  <a:lnTo>
                    <a:pt x="1333500" y="704843"/>
                  </a:lnTo>
                  <a:lnTo>
                    <a:pt x="1504950" y="812793"/>
                  </a:lnTo>
                  <a:lnTo>
                    <a:pt x="977900" y="1555743"/>
                  </a:lnTo>
                  <a:lnTo>
                    <a:pt x="0" y="1485893"/>
                  </a:lnTo>
                  <a:close/>
                </a:path>
              </a:pathLst>
            </a:cu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A8811E8-A92F-4E9F-AA3C-D8A1E1B32629}"/>
                </a:ext>
              </a:extLst>
            </p:cNvPr>
            <p:cNvCxnSpPr>
              <a:cxnSpLocks/>
              <a:stCxn id="177" idx="4"/>
              <a:endCxn id="177" idx="5"/>
            </p:cNvCxnSpPr>
            <p:nvPr/>
          </p:nvCxnSpPr>
          <p:spPr>
            <a:xfrm rot="60000">
              <a:off x="4439729" y="2556455"/>
              <a:ext cx="34124" cy="2524424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16C2F53-CC30-46A4-A92C-3259B26B3176}"/>
                </a:ext>
              </a:extLst>
            </p:cNvPr>
            <p:cNvCxnSpPr>
              <a:cxnSpLocks/>
              <a:stCxn id="177" idx="3"/>
            </p:cNvCxnSpPr>
            <p:nvPr/>
          </p:nvCxnSpPr>
          <p:spPr>
            <a:xfrm rot="60000" flipV="1">
              <a:off x="3901068" y="2573073"/>
              <a:ext cx="593479" cy="17167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320E609-9D17-4AB9-A4AF-1948A5C1330E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3836389" y="1475150"/>
              <a:ext cx="0" cy="1102915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D3B9C8A-3BB7-4947-8C2E-8C1A094E8440}"/>
                </a:ext>
              </a:extLst>
            </p:cNvPr>
            <p:cNvCxnSpPr>
              <a:cxnSpLocks/>
              <a:stCxn id="177" idx="2"/>
            </p:cNvCxnSpPr>
            <p:nvPr/>
          </p:nvCxnSpPr>
          <p:spPr>
            <a:xfrm rot="60000" flipH="1">
              <a:off x="2095851" y="1460021"/>
              <a:ext cx="1756936" cy="35421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9ED590D-702E-4A21-8207-816F7F2C29C9}"/>
                </a:ext>
              </a:extLst>
            </p:cNvPr>
            <p:cNvCxnSpPr>
              <a:cxnSpLocks/>
            </p:cNvCxnSpPr>
            <p:nvPr/>
          </p:nvCxnSpPr>
          <p:spPr>
            <a:xfrm rot="60000" flipH="1" flipV="1">
              <a:off x="2051058" y="1480491"/>
              <a:ext cx="88466" cy="5111987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2EBE89E-C21D-45A7-8BBF-8EE4B8C2047A}"/>
                </a:ext>
              </a:extLst>
            </p:cNvPr>
            <p:cNvCxnSpPr>
              <a:cxnSpLocks/>
            </p:cNvCxnSpPr>
            <p:nvPr/>
          </p:nvCxnSpPr>
          <p:spPr>
            <a:xfrm rot="60000" flipV="1">
              <a:off x="2081652" y="5017043"/>
              <a:ext cx="2366872" cy="1596120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D96DC865-074E-496E-9228-719BA5302744}"/>
              </a:ext>
            </a:extLst>
          </p:cNvPr>
          <p:cNvSpPr txBox="1"/>
          <p:nvPr/>
        </p:nvSpPr>
        <p:spPr>
          <a:xfrm>
            <a:off x="8672872" y="77826"/>
            <a:ext cx="2285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/>
              <a:t>Perimeter 1 Boundary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7709CE-5291-4724-B115-327240078371}"/>
              </a:ext>
            </a:extLst>
          </p:cNvPr>
          <p:cNvCxnSpPr/>
          <p:nvPr/>
        </p:nvCxnSpPr>
        <p:spPr>
          <a:xfrm flipV="1">
            <a:off x="4877098" y="485775"/>
            <a:ext cx="0" cy="757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8BEEE6DF-E12D-4A81-B9C5-7B6D8EDA51CA}"/>
              </a:ext>
            </a:extLst>
          </p:cNvPr>
          <p:cNvCxnSpPr/>
          <p:nvPr/>
        </p:nvCxnSpPr>
        <p:spPr>
          <a:xfrm flipV="1">
            <a:off x="5467648" y="485775"/>
            <a:ext cx="0" cy="757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D3CC83C-A5D1-4A58-9A9D-6DEFE02924C4}"/>
              </a:ext>
            </a:extLst>
          </p:cNvPr>
          <p:cNvCxnSpPr/>
          <p:nvPr/>
        </p:nvCxnSpPr>
        <p:spPr>
          <a:xfrm flipV="1">
            <a:off x="6039148" y="485775"/>
            <a:ext cx="0" cy="757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172BC15-ED70-4CFF-84F4-65B6E0AD04C6}"/>
              </a:ext>
            </a:extLst>
          </p:cNvPr>
          <p:cNvCxnSpPr/>
          <p:nvPr/>
        </p:nvCxnSpPr>
        <p:spPr>
          <a:xfrm flipV="1">
            <a:off x="6602901" y="485775"/>
            <a:ext cx="0" cy="757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3F1AFF6-3C6E-4254-AD8C-E3E2C37BFEB0}"/>
              </a:ext>
            </a:extLst>
          </p:cNvPr>
          <p:cNvSpPr txBox="1"/>
          <p:nvPr/>
        </p:nvSpPr>
        <p:spPr>
          <a:xfrm>
            <a:off x="4485459" y="397033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A33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ED67109-63F5-4319-B0AE-A42277A59DC5}"/>
              </a:ext>
            </a:extLst>
          </p:cNvPr>
          <p:cNvSpPr txBox="1"/>
          <p:nvPr/>
        </p:nvSpPr>
        <p:spPr>
          <a:xfrm>
            <a:off x="5050979" y="397033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A34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311B8E0-279E-43ED-8E8E-F2A5B5467445}"/>
              </a:ext>
            </a:extLst>
          </p:cNvPr>
          <p:cNvSpPr txBox="1"/>
          <p:nvPr/>
        </p:nvSpPr>
        <p:spPr>
          <a:xfrm>
            <a:off x="5622478" y="397032"/>
            <a:ext cx="445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E35,</a:t>
            </a:r>
            <a:b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A35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A2A7202-2243-47F4-B56A-D990B6D38389}"/>
              </a:ext>
            </a:extLst>
          </p:cNvPr>
          <p:cNvSpPr txBox="1"/>
          <p:nvPr/>
        </p:nvSpPr>
        <p:spPr>
          <a:xfrm>
            <a:off x="6186418" y="397032"/>
            <a:ext cx="445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E36,</a:t>
            </a:r>
            <a:b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000" dirty="0">
                <a:latin typeface="Arial" panose="020B0604020202020204" pitchFamily="34" charset="0"/>
                <a:cs typeface="Arial" panose="020B0604020202020204" pitchFamily="34" charset="0"/>
              </a:rPr>
              <a:t>A36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1BEA0F-EEF1-4782-8ED8-EE481A34A1D7}"/>
              </a:ext>
            </a:extLst>
          </p:cNvPr>
          <p:cNvGrpSpPr/>
          <p:nvPr/>
        </p:nvGrpSpPr>
        <p:grpSpPr>
          <a:xfrm>
            <a:off x="4345399" y="1060969"/>
            <a:ext cx="3481995" cy="5303874"/>
            <a:chOff x="4345399" y="1060969"/>
            <a:chExt cx="3481995" cy="530387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52F60A7-C7DB-450D-8259-05A771E9C338}"/>
                </a:ext>
              </a:extLst>
            </p:cNvPr>
            <p:cNvSpPr/>
            <p:nvPr/>
          </p:nvSpPr>
          <p:spPr>
            <a:xfrm>
              <a:off x="4722745" y="1318701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9E694844-FE55-431E-8632-A1DD33F9CD0C}"/>
                </a:ext>
              </a:extLst>
            </p:cNvPr>
            <p:cNvSpPr/>
            <p:nvPr/>
          </p:nvSpPr>
          <p:spPr>
            <a:xfrm>
              <a:off x="5305570" y="1318701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AF9C70A-9CAC-491D-AE54-8D1060D7CF70}"/>
                </a:ext>
              </a:extLst>
            </p:cNvPr>
            <p:cNvSpPr/>
            <p:nvPr/>
          </p:nvSpPr>
          <p:spPr>
            <a:xfrm>
              <a:off x="5880676" y="1300989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87D15FF-4093-4DA3-A591-C8A17F5D891B}"/>
                </a:ext>
              </a:extLst>
            </p:cNvPr>
            <p:cNvSpPr/>
            <p:nvPr/>
          </p:nvSpPr>
          <p:spPr>
            <a:xfrm>
              <a:off x="6455782" y="1300988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D312295-664E-4FC5-9C12-8EBDA706BE5B}"/>
                </a:ext>
              </a:extLst>
            </p:cNvPr>
            <p:cNvSpPr/>
            <p:nvPr/>
          </p:nvSpPr>
          <p:spPr>
            <a:xfrm>
              <a:off x="4732564" y="1891493"/>
              <a:ext cx="327170" cy="327555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4CAF35F1-F27D-45A7-9C2C-1065264EA1BD}"/>
                </a:ext>
              </a:extLst>
            </p:cNvPr>
            <p:cNvSpPr/>
            <p:nvPr/>
          </p:nvSpPr>
          <p:spPr>
            <a:xfrm>
              <a:off x="4722745" y="2446575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0195F67-8291-47BF-B902-003A7C2B42B8}"/>
                </a:ext>
              </a:extLst>
            </p:cNvPr>
            <p:cNvSpPr/>
            <p:nvPr/>
          </p:nvSpPr>
          <p:spPr>
            <a:xfrm>
              <a:off x="4732564" y="2994743"/>
              <a:ext cx="327170" cy="327555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9A5BCD11-1E12-4E5E-B997-7904C4E18921}"/>
                </a:ext>
              </a:extLst>
            </p:cNvPr>
            <p:cNvSpPr/>
            <p:nvPr/>
          </p:nvSpPr>
          <p:spPr>
            <a:xfrm>
              <a:off x="4757746" y="3542911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A7B35BC9-E6B0-4B52-A2E2-D8C37D2518D8}"/>
                </a:ext>
              </a:extLst>
            </p:cNvPr>
            <p:cNvSpPr/>
            <p:nvPr/>
          </p:nvSpPr>
          <p:spPr>
            <a:xfrm>
              <a:off x="4748442" y="4079507"/>
              <a:ext cx="327170" cy="327555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483E2CD-7AFA-4D51-8892-71F124A2A6F7}"/>
                </a:ext>
              </a:extLst>
            </p:cNvPr>
            <p:cNvSpPr/>
            <p:nvPr/>
          </p:nvSpPr>
          <p:spPr>
            <a:xfrm>
              <a:off x="4766809" y="4661637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1AD77E24-E5C5-4D03-890F-65FE05D12F91}"/>
                </a:ext>
              </a:extLst>
            </p:cNvPr>
            <p:cNvSpPr/>
            <p:nvPr/>
          </p:nvSpPr>
          <p:spPr>
            <a:xfrm>
              <a:off x="4773236" y="5242626"/>
              <a:ext cx="327170" cy="327555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7876C767-3EEB-42EC-AAF2-D27C43BFC055}"/>
                </a:ext>
              </a:extLst>
            </p:cNvPr>
            <p:cNvSpPr/>
            <p:nvPr/>
          </p:nvSpPr>
          <p:spPr>
            <a:xfrm>
              <a:off x="4773236" y="5814114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272187D7-C2C7-4E4D-BC76-5A7ADB805276}"/>
                </a:ext>
              </a:extLst>
            </p:cNvPr>
            <p:cNvSpPr/>
            <p:nvPr/>
          </p:nvSpPr>
          <p:spPr>
            <a:xfrm>
              <a:off x="5357361" y="5814114"/>
              <a:ext cx="327170" cy="327555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18973353-6C4A-49E3-9A88-8C9D2A58DE4A}"/>
                </a:ext>
              </a:extLst>
            </p:cNvPr>
            <p:cNvSpPr/>
            <p:nvPr/>
          </p:nvSpPr>
          <p:spPr>
            <a:xfrm>
              <a:off x="5904849" y="5242626"/>
              <a:ext cx="327170" cy="327555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7EF038A8-44ED-4146-B823-0B057B5E1F26}"/>
                </a:ext>
              </a:extLst>
            </p:cNvPr>
            <p:cNvSpPr/>
            <p:nvPr/>
          </p:nvSpPr>
          <p:spPr>
            <a:xfrm>
              <a:off x="6508901" y="5241799"/>
              <a:ext cx="327170" cy="327555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1639D283-9620-4B58-959E-A010DDFF347C}"/>
                </a:ext>
              </a:extLst>
            </p:cNvPr>
            <p:cNvSpPr/>
            <p:nvPr/>
          </p:nvSpPr>
          <p:spPr>
            <a:xfrm>
              <a:off x="7062853" y="4610251"/>
              <a:ext cx="327170" cy="327555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E0046479-9ACB-4B65-BB5A-03355AC24EEB}"/>
                </a:ext>
              </a:extLst>
            </p:cNvPr>
            <p:cNvSpPr/>
            <p:nvPr/>
          </p:nvSpPr>
          <p:spPr>
            <a:xfrm>
              <a:off x="7062853" y="2976939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D33CF51-6B3C-45F0-9DC1-087EE05AFEA0}"/>
                </a:ext>
              </a:extLst>
            </p:cNvPr>
            <p:cNvSpPr txBox="1"/>
            <p:nvPr/>
          </p:nvSpPr>
          <p:spPr>
            <a:xfrm>
              <a:off x="6173431" y="1060969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C47AB012-A5D1-4A15-96F4-51539BE6681E}"/>
                </a:ext>
              </a:extLst>
            </p:cNvPr>
            <p:cNvSpPr txBox="1"/>
            <p:nvPr/>
          </p:nvSpPr>
          <p:spPr>
            <a:xfrm>
              <a:off x="5621292" y="1061269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INT2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E987077-F974-4447-AA83-B72DBA133C87}"/>
                </a:ext>
              </a:extLst>
            </p:cNvPr>
            <p:cNvSpPr txBox="1"/>
            <p:nvPr/>
          </p:nvSpPr>
          <p:spPr>
            <a:xfrm>
              <a:off x="5011567" y="1069826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INT3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4F4A548-6E68-4484-A90D-E67A4A146900}"/>
                </a:ext>
              </a:extLst>
            </p:cNvPr>
            <p:cNvSpPr txBox="1"/>
            <p:nvPr/>
          </p:nvSpPr>
          <p:spPr>
            <a:xfrm>
              <a:off x="4383339" y="1069826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INT4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6396E3E2-A4E9-4583-86E6-3A4E7E26D616}"/>
                </a:ext>
              </a:extLst>
            </p:cNvPr>
            <p:cNvSpPr txBox="1"/>
            <p:nvPr/>
          </p:nvSpPr>
          <p:spPr>
            <a:xfrm>
              <a:off x="4345399" y="1794217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INT5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FA454D3D-86E2-4D79-8C84-1367E1567AE8}"/>
                </a:ext>
              </a:extLst>
            </p:cNvPr>
            <p:cNvSpPr txBox="1"/>
            <p:nvPr/>
          </p:nvSpPr>
          <p:spPr>
            <a:xfrm>
              <a:off x="4345399" y="231788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INT6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7F780F3-056A-4F45-975E-F783FDEF002B}"/>
                </a:ext>
              </a:extLst>
            </p:cNvPr>
            <p:cNvSpPr txBox="1"/>
            <p:nvPr/>
          </p:nvSpPr>
          <p:spPr>
            <a:xfrm>
              <a:off x="4355436" y="2887882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INT7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293B174-FB10-46F3-8F44-0C1EF99DB3A6}"/>
                </a:ext>
              </a:extLst>
            </p:cNvPr>
            <p:cNvSpPr txBox="1"/>
            <p:nvPr/>
          </p:nvSpPr>
          <p:spPr>
            <a:xfrm>
              <a:off x="4355436" y="3431711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INT8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E555D7B3-33BB-44EC-B003-54ADDD3F6693}"/>
                </a:ext>
              </a:extLst>
            </p:cNvPr>
            <p:cNvSpPr txBox="1"/>
            <p:nvPr/>
          </p:nvSpPr>
          <p:spPr>
            <a:xfrm>
              <a:off x="4355436" y="3957367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INT9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508467EC-04BC-4564-A4BD-D11849796BA0}"/>
                </a:ext>
              </a:extLst>
            </p:cNvPr>
            <p:cNvSpPr txBox="1"/>
            <p:nvPr/>
          </p:nvSpPr>
          <p:spPr>
            <a:xfrm>
              <a:off x="4355436" y="4529202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INT10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388DD925-1241-4E8D-AD2D-D8F3E48FE6BD}"/>
                </a:ext>
              </a:extLst>
            </p:cNvPr>
            <p:cNvSpPr txBox="1"/>
            <p:nvPr/>
          </p:nvSpPr>
          <p:spPr>
            <a:xfrm>
              <a:off x="4375309" y="5118800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INT11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D4966B51-7E75-4580-A515-85A74AA9C1D7}"/>
                </a:ext>
              </a:extLst>
            </p:cNvPr>
            <p:cNvSpPr txBox="1"/>
            <p:nvPr/>
          </p:nvSpPr>
          <p:spPr>
            <a:xfrm>
              <a:off x="4413165" y="5641838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INT12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E451DB2-EA10-40B5-8339-BF98FAB7AA86}"/>
                </a:ext>
              </a:extLst>
            </p:cNvPr>
            <p:cNvSpPr txBox="1"/>
            <p:nvPr/>
          </p:nvSpPr>
          <p:spPr>
            <a:xfrm>
              <a:off x="4982859" y="6118622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INT13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EF71B0F6-0FB7-41FA-9B69-E344EE49681B}"/>
                </a:ext>
              </a:extLst>
            </p:cNvPr>
            <p:cNvSpPr txBox="1"/>
            <p:nvPr/>
          </p:nvSpPr>
          <p:spPr>
            <a:xfrm>
              <a:off x="5601784" y="5518727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INT14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808B771-0DE1-46B6-91F9-69C92AB9761C}"/>
                </a:ext>
              </a:extLst>
            </p:cNvPr>
            <p:cNvSpPr txBox="1"/>
            <p:nvPr/>
          </p:nvSpPr>
          <p:spPr>
            <a:xfrm>
              <a:off x="6762358" y="5470140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INT15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12F64BD3-3A70-421F-B90B-D90EAAB7E981}"/>
                </a:ext>
              </a:extLst>
            </p:cNvPr>
            <p:cNvSpPr txBox="1"/>
            <p:nvPr/>
          </p:nvSpPr>
          <p:spPr>
            <a:xfrm>
              <a:off x="7258623" y="4434564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INT16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A5083DF-7937-4669-92A1-747C2BAAA527}"/>
                </a:ext>
              </a:extLst>
            </p:cNvPr>
            <p:cNvSpPr txBox="1"/>
            <p:nvPr/>
          </p:nvSpPr>
          <p:spPr>
            <a:xfrm>
              <a:off x="7294876" y="3262955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084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>
            <a:extLst>
              <a:ext uri="{FF2B5EF4-FFF2-40B4-BE49-F238E27FC236}">
                <a16:creationId xmlns:a16="http://schemas.microsoft.com/office/drawing/2014/main" id="{5C9DEFA1-8093-4462-89F3-F1C69E04A74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463"/>
          <a:stretch>
            <a:fillRect/>
          </a:stretch>
        </p:blipFill>
        <p:spPr>
          <a:xfrm rot="18900564">
            <a:off x="-620981" y="-597005"/>
            <a:ext cx="10733044" cy="12275806"/>
          </a:xfrm>
          <a:custGeom>
            <a:avLst/>
            <a:gdLst>
              <a:gd name="connsiteX0" fmla="*/ 0 w 10733044"/>
              <a:gd name="connsiteY0" fmla="*/ 7017415 h 12275806"/>
              <a:gd name="connsiteX1" fmla="*/ 5260117 w 10733044"/>
              <a:gd name="connsiteY1" fmla="*/ 12275806 h 12275806"/>
              <a:gd name="connsiteX2" fmla="*/ 1 w 10733044"/>
              <a:gd name="connsiteY2" fmla="*/ 12275806 h 12275806"/>
              <a:gd name="connsiteX3" fmla="*/ 0 w 10733044"/>
              <a:gd name="connsiteY3" fmla="*/ 3856614 h 12275806"/>
              <a:gd name="connsiteX4" fmla="*/ 746020 w 10733044"/>
              <a:gd name="connsiteY4" fmla="*/ 4602390 h 12275806"/>
              <a:gd name="connsiteX5" fmla="*/ 0 w 10733044"/>
              <a:gd name="connsiteY5" fmla="*/ 5348655 h 12275806"/>
              <a:gd name="connsiteX6" fmla="*/ 6677506 w 10733044"/>
              <a:gd name="connsiteY6" fmla="*/ 0 h 12275806"/>
              <a:gd name="connsiteX7" fmla="*/ 10733044 w 10733044"/>
              <a:gd name="connsiteY7" fmla="*/ 4054207 h 12275806"/>
              <a:gd name="connsiteX8" fmla="*/ 10733044 w 10733044"/>
              <a:gd name="connsiteY8" fmla="*/ 12275806 h 12275806"/>
              <a:gd name="connsiteX9" fmla="*/ 9586652 w 10733044"/>
              <a:gd name="connsiteY9" fmla="*/ 12275806 h 12275806"/>
              <a:gd name="connsiteX10" fmla="*/ 9900055 w 10733044"/>
              <a:gd name="connsiteY10" fmla="*/ 11962301 h 12275806"/>
              <a:gd name="connsiteX11" fmla="*/ 2307101 w 10733044"/>
              <a:gd name="connsiteY11" fmla="*/ 4371839 h 12275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733044" h="12275806">
                <a:moveTo>
                  <a:pt x="0" y="7017415"/>
                </a:moveTo>
                <a:lnTo>
                  <a:pt x="5260117" y="12275806"/>
                </a:lnTo>
                <a:lnTo>
                  <a:pt x="1" y="12275806"/>
                </a:lnTo>
                <a:close/>
                <a:moveTo>
                  <a:pt x="0" y="3856614"/>
                </a:moveTo>
                <a:lnTo>
                  <a:pt x="746020" y="4602390"/>
                </a:lnTo>
                <a:lnTo>
                  <a:pt x="0" y="5348655"/>
                </a:lnTo>
                <a:close/>
                <a:moveTo>
                  <a:pt x="6677506" y="0"/>
                </a:moveTo>
                <a:lnTo>
                  <a:pt x="10733044" y="4054207"/>
                </a:lnTo>
                <a:lnTo>
                  <a:pt x="10733044" y="12275806"/>
                </a:lnTo>
                <a:lnTo>
                  <a:pt x="9586652" y="12275806"/>
                </a:lnTo>
                <a:lnTo>
                  <a:pt x="9900055" y="11962301"/>
                </a:lnTo>
                <a:lnTo>
                  <a:pt x="2307101" y="4371839"/>
                </a:ln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D77799A-814B-4490-967B-EF503DAD465A}"/>
              </a:ext>
            </a:extLst>
          </p:cNvPr>
          <p:cNvSpPr/>
          <p:nvPr/>
        </p:nvSpPr>
        <p:spPr>
          <a:xfrm rot="16200000">
            <a:off x="-1614054" y="-17155"/>
            <a:ext cx="4065667" cy="3592171"/>
          </a:xfrm>
          <a:custGeom>
            <a:avLst/>
            <a:gdLst>
              <a:gd name="connsiteX0" fmla="*/ 0 w 1689100"/>
              <a:gd name="connsiteY0" fmla="*/ 1663700 h 1733550"/>
              <a:gd name="connsiteX1" fmla="*/ 1155700 w 1689100"/>
              <a:gd name="connsiteY1" fmla="*/ 0 h 1733550"/>
              <a:gd name="connsiteX2" fmla="*/ 1689100 w 1689100"/>
              <a:gd name="connsiteY2" fmla="*/ 374650 h 1733550"/>
              <a:gd name="connsiteX3" fmla="*/ 1333500 w 1689100"/>
              <a:gd name="connsiteY3" fmla="*/ 882650 h 1733550"/>
              <a:gd name="connsiteX4" fmla="*/ 1504950 w 1689100"/>
              <a:gd name="connsiteY4" fmla="*/ 990600 h 1733550"/>
              <a:gd name="connsiteX5" fmla="*/ 977900 w 1689100"/>
              <a:gd name="connsiteY5" fmla="*/ 1733550 h 1733550"/>
              <a:gd name="connsiteX6" fmla="*/ 0 w 1689100"/>
              <a:gd name="connsiteY6" fmla="*/ 1663700 h 1733550"/>
              <a:gd name="connsiteX0" fmla="*/ 0 w 1689100"/>
              <a:gd name="connsiteY0" fmla="*/ 1492250 h 1562100"/>
              <a:gd name="connsiteX1" fmla="*/ 1055687 w 1689100"/>
              <a:gd name="connsiteY1" fmla="*/ 0 h 1562100"/>
              <a:gd name="connsiteX2" fmla="*/ 1689100 w 1689100"/>
              <a:gd name="connsiteY2" fmla="*/ 203200 h 1562100"/>
              <a:gd name="connsiteX3" fmla="*/ 1333500 w 1689100"/>
              <a:gd name="connsiteY3" fmla="*/ 711200 h 1562100"/>
              <a:gd name="connsiteX4" fmla="*/ 1504950 w 1689100"/>
              <a:gd name="connsiteY4" fmla="*/ 819150 h 1562100"/>
              <a:gd name="connsiteX5" fmla="*/ 977900 w 1689100"/>
              <a:gd name="connsiteY5" fmla="*/ 1562100 h 1562100"/>
              <a:gd name="connsiteX6" fmla="*/ 0 w 1689100"/>
              <a:gd name="connsiteY6" fmla="*/ 1492250 h 1562100"/>
              <a:gd name="connsiteX0" fmla="*/ 0 w 1565275"/>
              <a:gd name="connsiteY0" fmla="*/ 1492250 h 1562100"/>
              <a:gd name="connsiteX1" fmla="*/ 1055687 w 1565275"/>
              <a:gd name="connsiteY1" fmla="*/ 0 h 1562100"/>
              <a:gd name="connsiteX2" fmla="*/ 1565275 w 1565275"/>
              <a:gd name="connsiteY2" fmla="*/ 355600 h 1562100"/>
              <a:gd name="connsiteX3" fmla="*/ 1333500 w 1565275"/>
              <a:gd name="connsiteY3" fmla="*/ 711200 h 1562100"/>
              <a:gd name="connsiteX4" fmla="*/ 1504950 w 1565275"/>
              <a:gd name="connsiteY4" fmla="*/ 819150 h 1562100"/>
              <a:gd name="connsiteX5" fmla="*/ 977900 w 1565275"/>
              <a:gd name="connsiteY5" fmla="*/ 1562100 h 1562100"/>
              <a:gd name="connsiteX6" fmla="*/ 0 w 1565275"/>
              <a:gd name="connsiteY6" fmla="*/ 149225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65275" h="1562100">
                <a:moveTo>
                  <a:pt x="0" y="1492250"/>
                </a:moveTo>
                <a:lnTo>
                  <a:pt x="1055687" y="0"/>
                </a:lnTo>
                <a:lnTo>
                  <a:pt x="1565275" y="355600"/>
                </a:lnTo>
                <a:lnTo>
                  <a:pt x="1333500" y="711200"/>
                </a:lnTo>
                <a:lnTo>
                  <a:pt x="1504950" y="819150"/>
                </a:lnTo>
                <a:lnTo>
                  <a:pt x="977900" y="1562100"/>
                </a:lnTo>
                <a:lnTo>
                  <a:pt x="0" y="1492250"/>
                </a:ln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3AA8B50-3CD1-461E-8220-6FFC052AB15F}"/>
              </a:ext>
            </a:extLst>
          </p:cNvPr>
          <p:cNvSpPr/>
          <p:nvPr/>
        </p:nvSpPr>
        <p:spPr>
          <a:xfrm rot="16200000">
            <a:off x="3820518" y="-572833"/>
            <a:ext cx="4698500" cy="8388195"/>
          </a:xfrm>
          <a:custGeom>
            <a:avLst/>
            <a:gdLst>
              <a:gd name="connsiteX0" fmla="*/ 25400 w 1765300"/>
              <a:gd name="connsiteY0" fmla="*/ 3054350 h 3073400"/>
              <a:gd name="connsiteX1" fmla="*/ 0 w 1765300"/>
              <a:gd name="connsiteY1" fmla="*/ 114300 h 3073400"/>
              <a:gd name="connsiteX2" fmla="*/ 831850 w 1765300"/>
              <a:gd name="connsiteY2" fmla="*/ 0 h 3073400"/>
              <a:gd name="connsiteX3" fmla="*/ 1765300 w 1765300"/>
              <a:gd name="connsiteY3" fmla="*/ 95250 h 3073400"/>
              <a:gd name="connsiteX4" fmla="*/ 1752600 w 1765300"/>
              <a:gd name="connsiteY4" fmla="*/ 1587500 h 3073400"/>
              <a:gd name="connsiteX5" fmla="*/ 558800 w 1765300"/>
              <a:gd name="connsiteY5" fmla="*/ 1612900 h 3073400"/>
              <a:gd name="connsiteX6" fmla="*/ 577850 w 1765300"/>
              <a:gd name="connsiteY6" fmla="*/ 3073400 h 3073400"/>
              <a:gd name="connsiteX7" fmla="*/ 25400 w 1765300"/>
              <a:gd name="connsiteY7" fmla="*/ 3054350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65300" h="3073400">
                <a:moveTo>
                  <a:pt x="25400" y="3054350"/>
                </a:moveTo>
                <a:lnTo>
                  <a:pt x="0" y="114300"/>
                </a:lnTo>
                <a:lnTo>
                  <a:pt x="831850" y="0"/>
                </a:lnTo>
                <a:lnTo>
                  <a:pt x="1765300" y="95250"/>
                </a:lnTo>
                <a:lnTo>
                  <a:pt x="1752600" y="1587500"/>
                </a:lnTo>
                <a:lnTo>
                  <a:pt x="558800" y="1612900"/>
                </a:lnTo>
                <a:lnTo>
                  <a:pt x="577850" y="3073400"/>
                </a:lnTo>
                <a:lnTo>
                  <a:pt x="25400" y="305435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FA24AA-530C-499D-8507-F0D933137519}"/>
              </a:ext>
            </a:extLst>
          </p:cNvPr>
          <p:cNvSpPr/>
          <p:nvPr/>
        </p:nvSpPr>
        <p:spPr>
          <a:xfrm rot="16200000">
            <a:off x="1643264" y="-3983898"/>
            <a:ext cx="5294438" cy="11677330"/>
          </a:xfrm>
          <a:custGeom>
            <a:avLst/>
            <a:gdLst>
              <a:gd name="connsiteX0" fmla="*/ 1892300 w 2038350"/>
              <a:gd name="connsiteY0" fmla="*/ 0 h 4337050"/>
              <a:gd name="connsiteX1" fmla="*/ 2038350 w 2038350"/>
              <a:gd name="connsiteY1" fmla="*/ 50800 h 4337050"/>
              <a:gd name="connsiteX2" fmla="*/ 1778000 w 2038350"/>
              <a:gd name="connsiteY2" fmla="*/ 1644650 h 4337050"/>
              <a:gd name="connsiteX3" fmla="*/ 1797050 w 2038350"/>
              <a:gd name="connsiteY3" fmla="*/ 2165350 h 4337050"/>
              <a:gd name="connsiteX4" fmla="*/ 1670050 w 2038350"/>
              <a:gd name="connsiteY4" fmla="*/ 2514600 h 4337050"/>
              <a:gd name="connsiteX5" fmla="*/ 1663700 w 2038350"/>
              <a:gd name="connsiteY5" fmla="*/ 2933700 h 4337050"/>
              <a:gd name="connsiteX6" fmla="*/ 1536700 w 2038350"/>
              <a:gd name="connsiteY6" fmla="*/ 3263900 h 4337050"/>
              <a:gd name="connsiteX7" fmla="*/ 419100 w 2038350"/>
              <a:gd name="connsiteY7" fmla="*/ 4267200 h 4337050"/>
              <a:gd name="connsiteX8" fmla="*/ 0 w 2038350"/>
              <a:gd name="connsiteY8" fmla="*/ 4337050 h 4337050"/>
              <a:gd name="connsiteX9" fmla="*/ 19050 w 2038350"/>
              <a:gd name="connsiteY9" fmla="*/ 2914650 h 4337050"/>
              <a:gd name="connsiteX10" fmla="*/ 1193800 w 2038350"/>
              <a:gd name="connsiteY10" fmla="*/ 2895600 h 4337050"/>
              <a:gd name="connsiteX11" fmla="*/ 1193800 w 2038350"/>
              <a:gd name="connsiteY11" fmla="*/ 1390650 h 4337050"/>
              <a:gd name="connsiteX12" fmla="*/ 1739900 w 2038350"/>
              <a:gd name="connsiteY12" fmla="*/ 615950 h 4337050"/>
              <a:gd name="connsiteX13" fmla="*/ 1562100 w 2038350"/>
              <a:gd name="connsiteY13" fmla="*/ 508000 h 4337050"/>
              <a:gd name="connsiteX14" fmla="*/ 1892300 w 2038350"/>
              <a:gd name="connsiteY14" fmla="*/ 0 h 433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38350" h="4337050">
                <a:moveTo>
                  <a:pt x="1892300" y="0"/>
                </a:moveTo>
                <a:lnTo>
                  <a:pt x="2038350" y="50800"/>
                </a:lnTo>
                <a:lnTo>
                  <a:pt x="1778000" y="1644650"/>
                </a:lnTo>
                <a:lnTo>
                  <a:pt x="1797050" y="2165350"/>
                </a:lnTo>
                <a:lnTo>
                  <a:pt x="1670050" y="2514600"/>
                </a:lnTo>
                <a:cubicBezTo>
                  <a:pt x="1667933" y="2654300"/>
                  <a:pt x="1665817" y="2794000"/>
                  <a:pt x="1663700" y="2933700"/>
                </a:cubicBezTo>
                <a:lnTo>
                  <a:pt x="1536700" y="3263900"/>
                </a:lnTo>
                <a:lnTo>
                  <a:pt x="419100" y="4267200"/>
                </a:lnTo>
                <a:lnTo>
                  <a:pt x="0" y="4337050"/>
                </a:lnTo>
                <a:lnTo>
                  <a:pt x="19050" y="2914650"/>
                </a:lnTo>
                <a:lnTo>
                  <a:pt x="1193800" y="2895600"/>
                </a:lnTo>
                <a:lnTo>
                  <a:pt x="1193800" y="1390650"/>
                </a:lnTo>
                <a:lnTo>
                  <a:pt x="1739900" y="615950"/>
                </a:lnTo>
                <a:lnTo>
                  <a:pt x="1562100" y="508000"/>
                </a:lnTo>
                <a:lnTo>
                  <a:pt x="189230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1EE125-849C-422F-BE22-4006B3114C0F}"/>
              </a:ext>
            </a:extLst>
          </p:cNvPr>
          <p:cNvSpPr/>
          <p:nvPr/>
        </p:nvSpPr>
        <p:spPr>
          <a:xfrm>
            <a:off x="-1" y="3268"/>
            <a:ext cx="1764865" cy="6854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4E2156C-3D30-46DA-AF69-15CCAD082317}"/>
              </a:ext>
            </a:extLst>
          </p:cNvPr>
          <p:cNvSpPr/>
          <p:nvPr/>
        </p:nvSpPr>
        <p:spPr>
          <a:xfrm>
            <a:off x="0" y="0"/>
            <a:ext cx="12192000" cy="605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08B0C-2DDA-4087-9800-54F632736C57}"/>
              </a:ext>
            </a:extLst>
          </p:cNvPr>
          <p:cNvSpPr txBox="1"/>
          <p:nvPr/>
        </p:nvSpPr>
        <p:spPr>
          <a:xfrm>
            <a:off x="248909" y="103508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u="sng" dirty="0">
                <a:latin typeface="Arial" panose="020B0604020202020204" pitchFamily="34" charset="0"/>
                <a:cs typeface="Arial" panose="020B0604020202020204" pitchFamily="34" charset="0"/>
              </a:rPr>
              <a:t>Perimeter 2 Boundary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3EC365-6CC8-49CD-9E84-8CA38BAFEEDB}"/>
              </a:ext>
            </a:extLst>
          </p:cNvPr>
          <p:cNvSpPr/>
          <p:nvPr/>
        </p:nvSpPr>
        <p:spPr>
          <a:xfrm>
            <a:off x="6132553" y="1146336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B85343-68E1-4064-AC40-7CAB7ED15C87}"/>
              </a:ext>
            </a:extLst>
          </p:cNvPr>
          <p:cNvSpPr/>
          <p:nvPr/>
        </p:nvSpPr>
        <p:spPr>
          <a:xfrm>
            <a:off x="5103211" y="1146336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03D5E3-C5F4-45A9-84E8-971A4513519C}"/>
              </a:ext>
            </a:extLst>
          </p:cNvPr>
          <p:cNvSpPr/>
          <p:nvPr/>
        </p:nvSpPr>
        <p:spPr>
          <a:xfrm>
            <a:off x="4126898" y="1146335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B25269-56E2-440C-BF56-0090F68A1D94}"/>
              </a:ext>
            </a:extLst>
          </p:cNvPr>
          <p:cNvSpPr/>
          <p:nvPr/>
        </p:nvSpPr>
        <p:spPr>
          <a:xfrm>
            <a:off x="6132553" y="2273065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2CDB3D-7D38-4898-B171-18C28FFD955A}"/>
              </a:ext>
            </a:extLst>
          </p:cNvPr>
          <p:cNvSpPr/>
          <p:nvPr/>
        </p:nvSpPr>
        <p:spPr>
          <a:xfrm>
            <a:off x="6134326" y="2877049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6963B19-F90D-42C0-989B-24C20E6D1F98}"/>
              </a:ext>
            </a:extLst>
          </p:cNvPr>
          <p:cNvSpPr/>
          <p:nvPr/>
        </p:nvSpPr>
        <p:spPr>
          <a:xfrm>
            <a:off x="6132553" y="3582485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9DF4CF7-1985-4908-A4F4-B7227C83BB1C}"/>
              </a:ext>
            </a:extLst>
          </p:cNvPr>
          <p:cNvSpPr/>
          <p:nvPr/>
        </p:nvSpPr>
        <p:spPr>
          <a:xfrm>
            <a:off x="6143851" y="4312572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E20FCC-0E1A-4B91-B457-D1BA19F0B6C1}"/>
              </a:ext>
            </a:extLst>
          </p:cNvPr>
          <p:cNvSpPr/>
          <p:nvPr/>
        </p:nvSpPr>
        <p:spPr>
          <a:xfrm>
            <a:off x="7168869" y="4312571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FAE9DD3-82E0-403F-A69F-6604927E25C4}"/>
              </a:ext>
            </a:extLst>
          </p:cNvPr>
          <p:cNvSpPr/>
          <p:nvPr/>
        </p:nvSpPr>
        <p:spPr>
          <a:xfrm>
            <a:off x="9825716" y="4320848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93C5B58-75EC-44D5-8887-FA6993FCC051}"/>
              </a:ext>
            </a:extLst>
          </p:cNvPr>
          <p:cNvSpPr/>
          <p:nvPr/>
        </p:nvSpPr>
        <p:spPr>
          <a:xfrm>
            <a:off x="7655794" y="4312571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EE0DC2D-5E95-4581-83BB-63E868CD73CE}"/>
              </a:ext>
            </a:extLst>
          </p:cNvPr>
          <p:cNvSpPr/>
          <p:nvPr/>
        </p:nvSpPr>
        <p:spPr>
          <a:xfrm>
            <a:off x="8171517" y="4302644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9EFC58-F75B-468D-BE80-60C24A9613E1}"/>
              </a:ext>
            </a:extLst>
          </p:cNvPr>
          <p:cNvSpPr/>
          <p:nvPr/>
        </p:nvSpPr>
        <p:spPr>
          <a:xfrm>
            <a:off x="9196535" y="4312571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3B3C387-7D3E-4B51-9A55-A43E29308D33}"/>
              </a:ext>
            </a:extLst>
          </p:cNvPr>
          <p:cNvSpPr/>
          <p:nvPr/>
        </p:nvSpPr>
        <p:spPr>
          <a:xfrm>
            <a:off x="9825716" y="5768638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B71C741-9A3C-486F-9678-041A352AD92D}"/>
              </a:ext>
            </a:extLst>
          </p:cNvPr>
          <p:cNvSpPr/>
          <p:nvPr/>
        </p:nvSpPr>
        <p:spPr>
          <a:xfrm>
            <a:off x="9196535" y="5795447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B302F74-6546-40FA-B714-4D09CABF1A77}"/>
              </a:ext>
            </a:extLst>
          </p:cNvPr>
          <p:cNvSpPr/>
          <p:nvPr/>
        </p:nvSpPr>
        <p:spPr>
          <a:xfrm>
            <a:off x="8148886" y="5765160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B195438-02BA-44C1-9DCF-E3B52E43A5E9}"/>
              </a:ext>
            </a:extLst>
          </p:cNvPr>
          <p:cNvSpPr/>
          <p:nvPr/>
        </p:nvSpPr>
        <p:spPr>
          <a:xfrm>
            <a:off x="7146886" y="5781687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7D9123F-ED6B-453D-8DCD-DF2969D0CF25}"/>
              </a:ext>
            </a:extLst>
          </p:cNvPr>
          <p:cNvSpPr/>
          <p:nvPr/>
        </p:nvSpPr>
        <p:spPr>
          <a:xfrm>
            <a:off x="6143851" y="5765160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4DB4A32-2824-4734-867A-DB02901A015B}"/>
              </a:ext>
            </a:extLst>
          </p:cNvPr>
          <p:cNvSpPr/>
          <p:nvPr/>
        </p:nvSpPr>
        <p:spPr>
          <a:xfrm>
            <a:off x="5124973" y="5795446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1B4F4D2-6914-45DA-9822-233D4C24802B}"/>
              </a:ext>
            </a:extLst>
          </p:cNvPr>
          <p:cNvSpPr/>
          <p:nvPr/>
        </p:nvSpPr>
        <p:spPr>
          <a:xfrm>
            <a:off x="4108070" y="5791967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AE1858F-D4F4-4C53-BD4A-84AF31F17A6C}"/>
              </a:ext>
            </a:extLst>
          </p:cNvPr>
          <p:cNvSpPr/>
          <p:nvPr/>
        </p:nvSpPr>
        <p:spPr>
          <a:xfrm>
            <a:off x="3078007" y="5766210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CD0E185-E54E-4E50-88EA-BE07256934EF}"/>
              </a:ext>
            </a:extLst>
          </p:cNvPr>
          <p:cNvSpPr/>
          <p:nvPr/>
        </p:nvSpPr>
        <p:spPr>
          <a:xfrm>
            <a:off x="6545934" y="5765160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C1EC5FC-DE34-4125-BD20-1DF970966234}"/>
              </a:ext>
            </a:extLst>
          </p:cNvPr>
          <p:cNvSpPr/>
          <p:nvPr/>
        </p:nvSpPr>
        <p:spPr>
          <a:xfrm>
            <a:off x="6860524" y="5778544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47967F7-C697-4A6A-9262-13EA369188BF}"/>
              </a:ext>
            </a:extLst>
          </p:cNvPr>
          <p:cNvSpPr/>
          <p:nvPr/>
        </p:nvSpPr>
        <p:spPr>
          <a:xfrm>
            <a:off x="3097556" y="1156940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6E7EACD-804F-4D4C-AFD7-8836E098BB91}"/>
              </a:ext>
            </a:extLst>
          </p:cNvPr>
          <p:cNvSpPr/>
          <p:nvPr/>
        </p:nvSpPr>
        <p:spPr>
          <a:xfrm>
            <a:off x="1975668" y="1733338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D539992-3903-4C8D-A237-A74BF5AD1CCC}"/>
              </a:ext>
            </a:extLst>
          </p:cNvPr>
          <p:cNvSpPr/>
          <p:nvPr/>
        </p:nvSpPr>
        <p:spPr>
          <a:xfrm>
            <a:off x="1680236" y="2185464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AB90680-0436-4B26-B775-D667E9E509F9}"/>
              </a:ext>
            </a:extLst>
          </p:cNvPr>
          <p:cNvSpPr/>
          <p:nvPr/>
        </p:nvSpPr>
        <p:spPr>
          <a:xfrm>
            <a:off x="1792788" y="2920317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A1CA17E-E781-4589-90DF-D823F93C8351}"/>
              </a:ext>
            </a:extLst>
          </p:cNvPr>
          <p:cNvSpPr/>
          <p:nvPr/>
        </p:nvSpPr>
        <p:spPr>
          <a:xfrm>
            <a:off x="3088188" y="4302643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5C8D47E-D8EB-4156-B143-A966D55BB095}"/>
              </a:ext>
            </a:extLst>
          </p:cNvPr>
          <p:cNvSpPr/>
          <p:nvPr/>
        </p:nvSpPr>
        <p:spPr>
          <a:xfrm>
            <a:off x="3088188" y="4786544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E4BC95-68AD-4539-83EE-9979E5F858D4}"/>
              </a:ext>
            </a:extLst>
          </p:cNvPr>
          <p:cNvSpPr txBox="1"/>
          <p:nvPr/>
        </p:nvSpPr>
        <p:spPr>
          <a:xfrm>
            <a:off x="10135963" y="4453299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INT19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5D1EFF-4A69-458B-A691-06BB8AFE9DE1}"/>
              </a:ext>
            </a:extLst>
          </p:cNvPr>
          <p:cNvSpPr txBox="1"/>
          <p:nvPr/>
        </p:nvSpPr>
        <p:spPr>
          <a:xfrm>
            <a:off x="9327150" y="408324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133D10-7C60-4323-A7DD-5C959A35F7C4}"/>
              </a:ext>
            </a:extLst>
          </p:cNvPr>
          <p:cNvSpPr txBox="1"/>
          <p:nvPr/>
        </p:nvSpPr>
        <p:spPr>
          <a:xfrm>
            <a:off x="8335102" y="413624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D3106B-72C1-47A1-8884-A26BED5BE702}"/>
              </a:ext>
            </a:extLst>
          </p:cNvPr>
          <p:cNvSpPr txBox="1"/>
          <p:nvPr/>
        </p:nvSpPr>
        <p:spPr>
          <a:xfrm>
            <a:off x="7544658" y="408324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F50E1E-1E2A-4034-9CDA-19456305670C}"/>
              </a:ext>
            </a:extLst>
          </p:cNvPr>
          <p:cNvSpPr txBox="1"/>
          <p:nvPr/>
        </p:nvSpPr>
        <p:spPr>
          <a:xfrm>
            <a:off x="6809847" y="4129739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624B5B-E58E-47F5-A867-4FF2E0A61968}"/>
              </a:ext>
            </a:extLst>
          </p:cNvPr>
          <p:cNvSpPr txBox="1"/>
          <p:nvPr/>
        </p:nvSpPr>
        <p:spPr>
          <a:xfrm>
            <a:off x="5809789" y="414904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INT25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A5A1432-023F-4BDF-9548-11E1BCBFDB11}"/>
              </a:ext>
            </a:extLst>
          </p:cNvPr>
          <p:cNvSpPr/>
          <p:nvPr/>
        </p:nvSpPr>
        <p:spPr>
          <a:xfrm>
            <a:off x="6773822" y="4329469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8DEC6F-7F5D-486B-B409-3CEBA2AD28AD}"/>
              </a:ext>
            </a:extLst>
          </p:cNvPr>
          <p:cNvSpPr txBox="1"/>
          <p:nvPr/>
        </p:nvSpPr>
        <p:spPr>
          <a:xfrm>
            <a:off x="7081370" y="463402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4A789E-83A4-44EE-A1E8-6BCCF5B9B216}"/>
              </a:ext>
            </a:extLst>
          </p:cNvPr>
          <p:cNvSpPr txBox="1"/>
          <p:nvPr/>
        </p:nvSpPr>
        <p:spPr>
          <a:xfrm>
            <a:off x="5764663" y="341590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38A3DE-80F1-4CD2-88B7-8D4A3B3F0626}"/>
              </a:ext>
            </a:extLst>
          </p:cNvPr>
          <p:cNvSpPr txBox="1"/>
          <p:nvPr/>
        </p:nvSpPr>
        <p:spPr>
          <a:xfrm>
            <a:off x="5621882" y="2682756"/>
            <a:ext cx="8980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INT27(ABC)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C64237-411B-4CDD-9C62-DD52251FCCAE}"/>
              </a:ext>
            </a:extLst>
          </p:cNvPr>
          <p:cNvSpPr txBox="1"/>
          <p:nvPr/>
        </p:nvSpPr>
        <p:spPr>
          <a:xfrm>
            <a:off x="5700831" y="101017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C2F1C8-B052-4116-AF2A-F89F972C91DF}"/>
              </a:ext>
            </a:extLst>
          </p:cNvPr>
          <p:cNvSpPr txBox="1"/>
          <p:nvPr/>
        </p:nvSpPr>
        <p:spPr>
          <a:xfrm>
            <a:off x="5432112" y="1675154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INTZ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A66B23-4163-4521-A54E-2C23A9D62DED}"/>
              </a:ext>
            </a:extLst>
          </p:cNvPr>
          <p:cNvSpPr txBox="1"/>
          <p:nvPr/>
        </p:nvSpPr>
        <p:spPr>
          <a:xfrm>
            <a:off x="4756040" y="936657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BE2687-21E4-46E6-A480-69E9AC29F9B0}"/>
              </a:ext>
            </a:extLst>
          </p:cNvPr>
          <p:cNvSpPr txBox="1"/>
          <p:nvPr/>
        </p:nvSpPr>
        <p:spPr>
          <a:xfrm>
            <a:off x="3735623" y="95739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591649-14C3-4EB2-96FB-5B4B7A690BA6}"/>
              </a:ext>
            </a:extLst>
          </p:cNvPr>
          <p:cNvSpPr txBox="1"/>
          <p:nvPr/>
        </p:nvSpPr>
        <p:spPr>
          <a:xfrm>
            <a:off x="2782938" y="93665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633E08-0180-4468-B96C-AF0D79D19F4D}"/>
              </a:ext>
            </a:extLst>
          </p:cNvPr>
          <p:cNvSpPr txBox="1"/>
          <p:nvPr/>
        </p:nvSpPr>
        <p:spPr>
          <a:xfrm>
            <a:off x="2062852" y="204068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INT15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FAF932-E789-490C-B0BA-105A32B5C8B8}"/>
              </a:ext>
            </a:extLst>
          </p:cNvPr>
          <p:cNvSpPr txBox="1"/>
          <p:nvPr/>
        </p:nvSpPr>
        <p:spPr>
          <a:xfrm>
            <a:off x="1706021" y="250498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INT14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21BF23-508B-4919-BD9C-674A2312D17E}"/>
              </a:ext>
            </a:extLst>
          </p:cNvPr>
          <p:cNvSpPr txBox="1"/>
          <p:nvPr/>
        </p:nvSpPr>
        <p:spPr>
          <a:xfrm>
            <a:off x="1828137" y="321943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INT13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B1F1C4D4-8148-4072-A46E-4181D545D22B}"/>
              </a:ext>
            </a:extLst>
          </p:cNvPr>
          <p:cNvSpPr/>
          <p:nvPr/>
        </p:nvSpPr>
        <p:spPr>
          <a:xfrm>
            <a:off x="1828969" y="927936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E79A38-C16E-4CA7-838F-C7D36AE454FE}"/>
              </a:ext>
            </a:extLst>
          </p:cNvPr>
          <p:cNvSpPr txBox="1"/>
          <p:nvPr/>
        </p:nvSpPr>
        <p:spPr>
          <a:xfrm>
            <a:off x="1706021" y="68431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INT16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A8A9CD-E05C-4896-BE3A-2B8033EDE4C7}"/>
              </a:ext>
            </a:extLst>
          </p:cNvPr>
          <p:cNvSpPr txBox="1"/>
          <p:nvPr/>
        </p:nvSpPr>
        <p:spPr>
          <a:xfrm>
            <a:off x="2709074" y="4152634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F191329-04AD-4E17-B93A-889420F0E38A}"/>
              </a:ext>
            </a:extLst>
          </p:cNvPr>
          <p:cNvSpPr txBox="1"/>
          <p:nvPr/>
        </p:nvSpPr>
        <p:spPr>
          <a:xfrm>
            <a:off x="2618736" y="472510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CA15FA-5405-4D75-B12E-8055D37FDF11}"/>
              </a:ext>
            </a:extLst>
          </p:cNvPr>
          <p:cNvSpPr txBox="1"/>
          <p:nvPr/>
        </p:nvSpPr>
        <p:spPr>
          <a:xfrm>
            <a:off x="2687385" y="561313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AC06847-F8B1-41FA-B8BF-FB7832738D97}"/>
              </a:ext>
            </a:extLst>
          </p:cNvPr>
          <p:cNvSpPr txBox="1"/>
          <p:nvPr/>
        </p:nvSpPr>
        <p:spPr>
          <a:xfrm>
            <a:off x="3761040" y="561313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8B0CC2-C61C-4AE0-B23D-53BB0993A04F}"/>
              </a:ext>
            </a:extLst>
          </p:cNvPr>
          <p:cNvSpPr txBox="1"/>
          <p:nvPr/>
        </p:nvSpPr>
        <p:spPr>
          <a:xfrm>
            <a:off x="4776350" y="5642049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020B22E-3F7E-457C-8D9F-F3461035E993}"/>
              </a:ext>
            </a:extLst>
          </p:cNvPr>
          <p:cNvSpPr txBox="1"/>
          <p:nvPr/>
        </p:nvSpPr>
        <p:spPr>
          <a:xfrm>
            <a:off x="5698371" y="563358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6BE3338-C524-4980-9BA8-E6BF677AD9AD}"/>
              </a:ext>
            </a:extLst>
          </p:cNvPr>
          <p:cNvSpPr txBox="1"/>
          <p:nvPr/>
        </p:nvSpPr>
        <p:spPr>
          <a:xfrm>
            <a:off x="6253626" y="554833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INT40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88984EA-EB34-4B2C-AD28-29C3728D469C}"/>
              </a:ext>
            </a:extLst>
          </p:cNvPr>
          <p:cNvSpPr txBox="1"/>
          <p:nvPr/>
        </p:nvSpPr>
        <p:spPr>
          <a:xfrm>
            <a:off x="6742462" y="553571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INT41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6F1B91-8BDA-4838-BC95-80E42480616F}"/>
              </a:ext>
            </a:extLst>
          </p:cNvPr>
          <p:cNvSpPr txBox="1"/>
          <p:nvPr/>
        </p:nvSpPr>
        <p:spPr>
          <a:xfrm>
            <a:off x="7191500" y="561887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INT42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E466F6-5B21-4278-ADFF-A5A0DA9D14D4}"/>
              </a:ext>
            </a:extLst>
          </p:cNvPr>
          <p:cNvSpPr txBox="1"/>
          <p:nvPr/>
        </p:nvSpPr>
        <p:spPr>
          <a:xfrm>
            <a:off x="8267142" y="562247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INT44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7B231E-A68A-4120-9D22-369425FB51F9}"/>
              </a:ext>
            </a:extLst>
          </p:cNvPr>
          <p:cNvSpPr txBox="1"/>
          <p:nvPr/>
        </p:nvSpPr>
        <p:spPr>
          <a:xfrm>
            <a:off x="9315711" y="562247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D8FE47A-CEE9-4DD6-A89A-58EE117F1328}"/>
              </a:ext>
            </a:extLst>
          </p:cNvPr>
          <p:cNvSpPr txBox="1"/>
          <p:nvPr/>
        </p:nvSpPr>
        <p:spPr>
          <a:xfrm>
            <a:off x="10075571" y="5629554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INT46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6A79AAC-A3CE-4A82-A4D0-DB4D0B0C9353}"/>
              </a:ext>
            </a:extLst>
          </p:cNvPr>
          <p:cNvSpPr/>
          <p:nvPr/>
        </p:nvSpPr>
        <p:spPr>
          <a:xfrm>
            <a:off x="0" y="6238135"/>
            <a:ext cx="11677331" cy="609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5841990-4E4F-4D35-B434-F3E6F12DFF75}"/>
              </a:ext>
            </a:extLst>
          </p:cNvPr>
          <p:cNvSpPr/>
          <p:nvPr/>
        </p:nvSpPr>
        <p:spPr>
          <a:xfrm>
            <a:off x="5174321" y="1776394"/>
            <a:ext cx="327170" cy="327555"/>
          </a:xfrm>
          <a:prstGeom prst="ellipse">
            <a:avLst/>
          </a:prstGeom>
          <a:solidFill>
            <a:schemeClr val="accent6">
              <a:alpha val="50196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940140-108D-4286-A03E-59B94CE3E275}"/>
              </a:ext>
            </a:extLst>
          </p:cNvPr>
          <p:cNvSpPr txBox="1"/>
          <p:nvPr/>
        </p:nvSpPr>
        <p:spPr>
          <a:xfrm>
            <a:off x="5668141" y="221035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INT28</a:t>
            </a:r>
          </a:p>
        </p:txBody>
      </p:sp>
    </p:spTree>
    <p:extLst>
      <p:ext uri="{BB962C8B-B14F-4D97-AF65-F5344CB8AC3E}">
        <p14:creationId xmlns:p14="http://schemas.microsoft.com/office/powerpoint/2010/main" val="3678602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7060989-1A31-47B5-A4C5-CE79AC46798F}"/>
              </a:ext>
            </a:extLst>
          </p:cNvPr>
          <p:cNvGrpSpPr/>
          <p:nvPr/>
        </p:nvGrpSpPr>
        <p:grpSpPr>
          <a:xfrm>
            <a:off x="6859929" y="-927775"/>
            <a:ext cx="4426281" cy="7408604"/>
            <a:chOff x="-4265344" y="1625600"/>
            <a:chExt cx="2606352" cy="4362450"/>
          </a:xfrm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DCFC55C7-3B46-4CD9-82B3-2AE7931622B9}"/>
                </a:ext>
              </a:extLst>
            </p:cNvPr>
            <p:cNvSpPr/>
            <p:nvPr/>
          </p:nvSpPr>
          <p:spPr>
            <a:xfrm>
              <a:off x="-3697342" y="1625600"/>
              <a:ext cx="2038350" cy="4337050"/>
            </a:xfrm>
            <a:custGeom>
              <a:avLst/>
              <a:gdLst>
                <a:gd name="connsiteX0" fmla="*/ 1892300 w 2038350"/>
                <a:gd name="connsiteY0" fmla="*/ 0 h 4337050"/>
                <a:gd name="connsiteX1" fmla="*/ 2038350 w 2038350"/>
                <a:gd name="connsiteY1" fmla="*/ 50800 h 4337050"/>
                <a:gd name="connsiteX2" fmla="*/ 1778000 w 2038350"/>
                <a:gd name="connsiteY2" fmla="*/ 1644650 h 4337050"/>
                <a:gd name="connsiteX3" fmla="*/ 1797050 w 2038350"/>
                <a:gd name="connsiteY3" fmla="*/ 2165350 h 4337050"/>
                <a:gd name="connsiteX4" fmla="*/ 1670050 w 2038350"/>
                <a:gd name="connsiteY4" fmla="*/ 2514600 h 4337050"/>
                <a:gd name="connsiteX5" fmla="*/ 1663700 w 2038350"/>
                <a:gd name="connsiteY5" fmla="*/ 2933700 h 4337050"/>
                <a:gd name="connsiteX6" fmla="*/ 1536700 w 2038350"/>
                <a:gd name="connsiteY6" fmla="*/ 3263900 h 4337050"/>
                <a:gd name="connsiteX7" fmla="*/ 419100 w 2038350"/>
                <a:gd name="connsiteY7" fmla="*/ 4267200 h 4337050"/>
                <a:gd name="connsiteX8" fmla="*/ 0 w 2038350"/>
                <a:gd name="connsiteY8" fmla="*/ 4337050 h 4337050"/>
                <a:gd name="connsiteX9" fmla="*/ 19050 w 2038350"/>
                <a:gd name="connsiteY9" fmla="*/ 2914650 h 4337050"/>
                <a:gd name="connsiteX10" fmla="*/ 1193800 w 2038350"/>
                <a:gd name="connsiteY10" fmla="*/ 2895600 h 4337050"/>
                <a:gd name="connsiteX11" fmla="*/ 1193800 w 2038350"/>
                <a:gd name="connsiteY11" fmla="*/ 1390650 h 4337050"/>
                <a:gd name="connsiteX12" fmla="*/ 1739900 w 2038350"/>
                <a:gd name="connsiteY12" fmla="*/ 615950 h 4337050"/>
                <a:gd name="connsiteX13" fmla="*/ 1562100 w 2038350"/>
                <a:gd name="connsiteY13" fmla="*/ 508000 h 4337050"/>
                <a:gd name="connsiteX14" fmla="*/ 1892300 w 2038350"/>
                <a:gd name="connsiteY14" fmla="*/ 0 h 433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38350" h="4337050">
                  <a:moveTo>
                    <a:pt x="1892300" y="0"/>
                  </a:moveTo>
                  <a:lnTo>
                    <a:pt x="2038350" y="50800"/>
                  </a:lnTo>
                  <a:lnTo>
                    <a:pt x="1778000" y="1644650"/>
                  </a:lnTo>
                  <a:lnTo>
                    <a:pt x="1797050" y="2165350"/>
                  </a:lnTo>
                  <a:lnTo>
                    <a:pt x="1670050" y="2514600"/>
                  </a:lnTo>
                  <a:cubicBezTo>
                    <a:pt x="1667933" y="2654300"/>
                    <a:pt x="1665817" y="2794000"/>
                    <a:pt x="1663700" y="2933700"/>
                  </a:cubicBezTo>
                  <a:lnTo>
                    <a:pt x="1536700" y="3263900"/>
                  </a:lnTo>
                  <a:lnTo>
                    <a:pt x="419100" y="4267200"/>
                  </a:lnTo>
                  <a:lnTo>
                    <a:pt x="0" y="4337050"/>
                  </a:lnTo>
                  <a:lnTo>
                    <a:pt x="19050" y="2914650"/>
                  </a:lnTo>
                  <a:lnTo>
                    <a:pt x="1193800" y="2895600"/>
                  </a:lnTo>
                  <a:lnTo>
                    <a:pt x="1193800" y="1390650"/>
                  </a:lnTo>
                  <a:lnTo>
                    <a:pt x="1739900" y="615950"/>
                  </a:lnTo>
                  <a:lnTo>
                    <a:pt x="1562100" y="508000"/>
                  </a:lnTo>
                  <a:lnTo>
                    <a:pt x="189230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CBE391-CB47-42DA-9A87-E7960453D75A}"/>
                </a:ext>
              </a:extLst>
            </p:cNvPr>
            <p:cNvSpPr/>
            <p:nvPr/>
          </p:nvSpPr>
          <p:spPr>
            <a:xfrm>
              <a:off x="-4256142" y="2914650"/>
              <a:ext cx="1765300" cy="3073400"/>
            </a:xfrm>
            <a:custGeom>
              <a:avLst/>
              <a:gdLst>
                <a:gd name="connsiteX0" fmla="*/ 25400 w 1765300"/>
                <a:gd name="connsiteY0" fmla="*/ 3054350 h 3073400"/>
                <a:gd name="connsiteX1" fmla="*/ 0 w 1765300"/>
                <a:gd name="connsiteY1" fmla="*/ 114300 h 3073400"/>
                <a:gd name="connsiteX2" fmla="*/ 831850 w 1765300"/>
                <a:gd name="connsiteY2" fmla="*/ 0 h 3073400"/>
                <a:gd name="connsiteX3" fmla="*/ 1765300 w 1765300"/>
                <a:gd name="connsiteY3" fmla="*/ 95250 h 3073400"/>
                <a:gd name="connsiteX4" fmla="*/ 1752600 w 1765300"/>
                <a:gd name="connsiteY4" fmla="*/ 1587500 h 3073400"/>
                <a:gd name="connsiteX5" fmla="*/ 558800 w 1765300"/>
                <a:gd name="connsiteY5" fmla="*/ 1612900 h 3073400"/>
                <a:gd name="connsiteX6" fmla="*/ 577850 w 1765300"/>
                <a:gd name="connsiteY6" fmla="*/ 3073400 h 3073400"/>
                <a:gd name="connsiteX7" fmla="*/ 25400 w 1765300"/>
                <a:gd name="connsiteY7" fmla="*/ 3054350 h 30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5300" h="3073400">
                  <a:moveTo>
                    <a:pt x="25400" y="3054350"/>
                  </a:moveTo>
                  <a:lnTo>
                    <a:pt x="0" y="114300"/>
                  </a:lnTo>
                  <a:lnTo>
                    <a:pt x="831850" y="0"/>
                  </a:lnTo>
                  <a:lnTo>
                    <a:pt x="1765300" y="95250"/>
                  </a:lnTo>
                  <a:lnTo>
                    <a:pt x="1752600" y="1587500"/>
                  </a:lnTo>
                  <a:lnTo>
                    <a:pt x="558800" y="1612900"/>
                  </a:lnTo>
                  <a:lnTo>
                    <a:pt x="577850" y="3073400"/>
                  </a:lnTo>
                  <a:lnTo>
                    <a:pt x="25400" y="3054350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4CE3C11-2533-4714-B2D2-222CCBB0EE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904241" y="3196762"/>
              <a:ext cx="19772" cy="597202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85C6D3B-F43A-4A5A-B9E4-B9292FDF09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020602" y="3793964"/>
              <a:ext cx="125785" cy="321393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95C1C52-86EF-4AE5-AF92-AF00C3679C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011900" y="4054607"/>
              <a:ext cx="10348" cy="501104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F589CC1-0C3B-4051-AE50-7E3CDAF180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170043" y="4555711"/>
              <a:ext cx="149442" cy="319925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65A9501-8F56-40E2-9E9A-6FD558AC7F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281107" y="4862914"/>
              <a:ext cx="1107198" cy="1050490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06F3499C-56BA-4399-9F66-C8D5FFEECA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679269" y="5913404"/>
              <a:ext cx="433777" cy="65536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74B14C0-545D-4992-B22E-4E2BB7DE35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522017" y="3022094"/>
              <a:ext cx="21079" cy="1469896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4AFD80DB-2FB0-40A9-BB41-F4765B62EC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693880" y="5295900"/>
              <a:ext cx="11889" cy="683040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30DEC658-C2CE-4B16-8B56-B1E7D5BB0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3700453" y="4491990"/>
              <a:ext cx="0" cy="803911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8BAB3D98-9F38-4914-8BB9-5BE52D57C2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700453" y="4491990"/>
              <a:ext cx="1214895" cy="0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0C3ACA9B-A8B2-40C0-9FC8-69D6FEB4C027}"/>
                </a:ext>
              </a:extLst>
            </p:cNvPr>
            <p:cNvCxnSpPr>
              <a:cxnSpLocks/>
            </p:cNvCxnSpPr>
            <p:nvPr/>
          </p:nvCxnSpPr>
          <p:spPr>
            <a:xfrm>
              <a:off x="-4265344" y="2999331"/>
              <a:ext cx="21177" cy="2946841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4A43673-E34D-40AB-9BC4-566BCD9FE1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261805" y="5978940"/>
              <a:ext cx="601925" cy="0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5FCADD9-1CE8-40F8-BF97-E71055FBEAF7}"/>
              </a:ext>
            </a:extLst>
          </p:cNvPr>
          <p:cNvSpPr/>
          <p:nvPr/>
        </p:nvSpPr>
        <p:spPr>
          <a:xfrm>
            <a:off x="6512936" y="-1"/>
            <a:ext cx="5702169" cy="352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DAAC7CF-DFA5-490B-8120-3502E7210D74}"/>
              </a:ext>
            </a:extLst>
          </p:cNvPr>
          <p:cNvGrpSpPr/>
          <p:nvPr/>
        </p:nvGrpSpPr>
        <p:grpSpPr>
          <a:xfrm>
            <a:off x="4930734" y="-2764773"/>
            <a:ext cx="5611675" cy="8474296"/>
            <a:chOff x="12865297" y="812862"/>
            <a:chExt cx="2597150" cy="4362450"/>
          </a:xfrm>
        </p:grpSpPr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097E590-5317-497B-9D67-C8568DBA370A}"/>
                </a:ext>
              </a:extLst>
            </p:cNvPr>
            <p:cNvSpPr/>
            <p:nvPr/>
          </p:nvSpPr>
          <p:spPr>
            <a:xfrm>
              <a:off x="13424097" y="812862"/>
              <a:ext cx="2038350" cy="4337050"/>
            </a:xfrm>
            <a:custGeom>
              <a:avLst/>
              <a:gdLst>
                <a:gd name="connsiteX0" fmla="*/ 1892300 w 2038350"/>
                <a:gd name="connsiteY0" fmla="*/ 0 h 4337050"/>
                <a:gd name="connsiteX1" fmla="*/ 2038350 w 2038350"/>
                <a:gd name="connsiteY1" fmla="*/ 50800 h 4337050"/>
                <a:gd name="connsiteX2" fmla="*/ 1778000 w 2038350"/>
                <a:gd name="connsiteY2" fmla="*/ 1644650 h 4337050"/>
                <a:gd name="connsiteX3" fmla="*/ 1797050 w 2038350"/>
                <a:gd name="connsiteY3" fmla="*/ 2165350 h 4337050"/>
                <a:gd name="connsiteX4" fmla="*/ 1670050 w 2038350"/>
                <a:gd name="connsiteY4" fmla="*/ 2514600 h 4337050"/>
                <a:gd name="connsiteX5" fmla="*/ 1663700 w 2038350"/>
                <a:gd name="connsiteY5" fmla="*/ 2933700 h 4337050"/>
                <a:gd name="connsiteX6" fmla="*/ 1536700 w 2038350"/>
                <a:gd name="connsiteY6" fmla="*/ 3263900 h 4337050"/>
                <a:gd name="connsiteX7" fmla="*/ 419100 w 2038350"/>
                <a:gd name="connsiteY7" fmla="*/ 4267200 h 4337050"/>
                <a:gd name="connsiteX8" fmla="*/ 0 w 2038350"/>
                <a:gd name="connsiteY8" fmla="*/ 4337050 h 4337050"/>
                <a:gd name="connsiteX9" fmla="*/ 19050 w 2038350"/>
                <a:gd name="connsiteY9" fmla="*/ 2914650 h 4337050"/>
                <a:gd name="connsiteX10" fmla="*/ 1193800 w 2038350"/>
                <a:gd name="connsiteY10" fmla="*/ 2895600 h 4337050"/>
                <a:gd name="connsiteX11" fmla="*/ 1193800 w 2038350"/>
                <a:gd name="connsiteY11" fmla="*/ 1390650 h 4337050"/>
                <a:gd name="connsiteX12" fmla="*/ 1739900 w 2038350"/>
                <a:gd name="connsiteY12" fmla="*/ 615950 h 4337050"/>
                <a:gd name="connsiteX13" fmla="*/ 1562100 w 2038350"/>
                <a:gd name="connsiteY13" fmla="*/ 508000 h 4337050"/>
                <a:gd name="connsiteX14" fmla="*/ 1892300 w 2038350"/>
                <a:gd name="connsiteY14" fmla="*/ 0 h 433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38350" h="4337050">
                  <a:moveTo>
                    <a:pt x="1892300" y="0"/>
                  </a:moveTo>
                  <a:lnTo>
                    <a:pt x="2038350" y="50800"/>
                  </a:lnTo>
                  <a:lnTo>
                    <a:pt x="1778000" y="1644650"/>
                  </a:lnTo>
                  <a:lnTo>
                    <a:pt x="1797050" y="2165350"/>
                  </a:lnTo>
                  <a:lnTo>
                    <a:pt x="1670050" y="2514600"/>
                  </a:lnTo>
                  <a:cubicBezTo>
                    <a:pt x="1667933" y="2654300"/>
                    <a:pt x="1665817" y="2794000"/>
                    <a:pt x="1663700" y="2933700"/>
                  </a:cubicBezTo>
                  <a:lnTo>
                    <a:pt x="1536700" y="3263900"/>
                  </a:lnTo>
                  <a:lnTo>
                    <a:pt x="419100" y="4267200"/>
                  </a:lnTo>
                  <a:lnTo>
                    <a:pt x="0" y="4337050"/>
                  </a:lnTo>
                  <a:lnTo>
                    <a:pt x="19050" y="2914650"/>
                  </a:lnTo>
                  <a:lnTo>
                    <a:pt x="1193800" y="2895600"/>
                  </a:lnTo>
                  <a:lnTo>
                    <a:pt x="1193800" y="1390650"/>
                  </a:lnTo>
                  <a:lnTo>
                    <a:pt x="1739900" y="615950"/>
                  </a:lnTo>
                  <a:lnTo>
                    <a:pt x="1562100" y="508000"/>
                  </a:lnTo>
                  <a:lnTo>
                    <a:pt x="189230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B5656AD-2110-47C5-AA1D-5227FED3EF83}"/>
                </a:ext>
              </a:extLst>
            </p:cNvPr>
            <p:cNvSpPr/>
            <p:nvPr/>
          </p:nvSpPr>
          <p:spPr>
            <a:xfrm>
              <a:off x="12865297" y="2101912"/>
              <a:ext cx="1765300" cy="3073400"/>
            </a:xfrm>
            <a:custGeom>
              <a:avLst/>
              <a:gdLst>
                <a:gd name="connsiteX0" fmla="*/ 25400 w 1765300"/>
                <a:gd name="connsiteY0" fmla="*/ 3054350 h 3073400"/>
                <a:gd name="connsiteX1" fmla="*/ 0 w 1765300"/>
                <a:gd name="connsiteY1" fmla="*/ 114300 h 3073400"/>
                <a:gd name="connsiteX2" fmla="*/ 831850 w 1765300"/>
                <a:gd name="connsiteY2" fmla="*/ 0 h 3073400"/>
                <a:gd name="connsiteX3" fmla="*/ 1765300 w 1765300"/>
                <a:gd name="connsiteY3" fmla="*/ 95250 h 3073400"/>
                <a:gd name="connsiteX4" fmla="*/ 1752600 w 1765300"/>
                <a:gd name="connsiteY4" fmla="*/ 1587500 h 3073400"/>
                <a:gd name="connsiteX5" fmla="*/ 558800 w 1765300"/>
                <a:gd name="connsiteY5" fmla="*/ 1612900 h 3073400"/>
                <a:gd name="connsiteX6" fmla="*/ 577850 w 1765300"/>
                <a:gd name="connsiteY6" fmla="*/ 3073400 h 3073400"/>
                <a:gd name="connsiteX7" fmla="*/ 25400 w 1765300"/>
                <a:gd name="connsiteY7" fmla="*/ 3054350 h 30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5300" h="3073400">
                  <a:moveTo>
                    <a:pt x="25400" y="3054350"/>
                  </a:moveTo>
                  <a:lnTo>
                    <a:pt x="0" y="114300"/>
                  </a:lnTo>
                  <a:lnTo>
                    <a:pt x="831850" y="0"/>
                  </a:lnTo>
                  <a:lnTo>
                    <a:pt x="1765300" y="95250"/>
                  </a:lnTo>
                  <a:lnTo>
                    <a:pt x="1752600" y="1587500"/>
                  </a:lnTo>
                  <a:lnTo>
                    <a:pt x="558800" y="1612900"/>
                  </a:lnTo>
                  <a:lnTo>
                    <a:pt x="577850" y="3073400"/>
                  </a:lnTo>
                  <a:lnTo>
                    <a:pt x="25400" y="3054350"/>
                  </a:lnTo>
                  <a:close/>
                </a:path>
              </a:pathLst>
            </a:cu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9A9A70C-0200-40C9-9840-C450E1BA3033}"/>
              </a:ext>
            </a:extLst>
          </p:cNvPr>
          <p:cNvSpPr/>
          <p:nvPr/>
        </p:nvSpPr>
        <p:spPr>
          <a:xfrm>
            <a:off x="3316108" y="0"/>
            <a:ext cx="4043247" cy="6839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44110AC-0E75-4C0F-93AE-9FBD274A77ED}"/>
              </a:ext>
            </a:extLst>
          </p:cNvPr>
          <p:cNvSpPr/>
          <p:nvPr/>
        </p:nvSpPr>
        <p:spPr>
          <a:xfrm>
            <a:off x="6482044" y="2754686"/>
            <a:ext cx="871452" cy="4106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96DC865-074E-496E-9228-719BA5302744}"/>
              </a:ext>
            </a:extLst>
          </p:cNvPr>
          <p:cNvSpPr txBox="1"/>
          <p:nvPr/>
        </p:nvSpPr>
        <p:spPr>
          <a:xfrm>
            <a:off x="248909" y="103508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u="sng" dirty="0">
                <a:latin typeface="Arial" panose="020B0604020202020204" pitchFamily="34" charset="0"/>
                <a:cs typeface="Arial" panose="020B0604020202020204" pitchFamily="34" charset="0"/>
              </a:rPr>
              <a:t>Perimeter 3 Boundary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E4624-5F68-44BE-95E5-2AED3C68FDC7}"/>
              </a:ext>
            </a:extLst>
          </p:cNvPr>
          <p:cNvGrpSpPr/>
          <p:nvPr/>
        </p:nvGrpSpPr>
        <p:grpSpPr>
          <a:xfrm>
            <a:off x="903476" y="349189"/>
            <a:ext cx="5754085" cy="6903428"/>
            <a:chOff x="3167705" y="6289"/>
            <a:chExt cx="5754085" cy="6903428"/>
          </a:xfrm>
        </p:grpSpPr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77722A1E-632E-4525-97D4-0335A7D11740}"/>
                </a:ext>
              </a:extLst>
            </p:cNvPr>
            <p:cNvSpPr/>
            <p:nvPr/>
          </p:nvSpPr>
          <p:spPr>
            <a:xfrm rot="19460768">
              <a:off x="5809290" y="686277"/>
              <a:ext cx="2727585" cy="4704568"/>
            </a:xfrm>
            <a:custGeom>
              <a:avLst/>
              <a:gdLst>
                <a:gd name="connsiteX0" fmla="*/ 2727585 w 2727585"/>
                <a:gd name="connsiteY0" fmla="*/ 164065 h 4704568"/>
                <a:gd name="connsiteX1" fmla="*/ 1985909 w 2727585"/>
                <a:gd name="connsiteY1" fmla="*/ 4704568 h 4704568"/>
                <a:gd name="connsiteX2" fmla="*/ 0 w 2727585"/>
                <a:gd name="connsiteY2" fmla="*/ 4615233 h 4704568"/>
                <a:gd name="connsiteX3" fmla="*/ 0 w 2727585"/>
                <a:gd name="connsiteY3" fmla="*/ 4491288 h 4704568"/>
                <a:gd name="connsiteX4" fmla="*/ 1763701 w 2727585"/>
                <a:gd name="connsiteY4" fmla="*/ 1989292 h 4704568"/>
                <a:gd name="connsiteX5" fmla="*/ 1189473 w 2727585"/>
                <a:gd name="connsiteY5" fmla="*/ 1640653 h 4704568"/>
                <a:gd name="connsiteX6" fmla="*/ 2255898 w 2727585"/>
                <a:gd name="connsiteY6" fmla="*/ 0 h 47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7585" h="4704568">
                  <a:moveTo>
                    <a:pt x="2727585" y="164065"/>
                  </a:moveTo>
                  <a:lnTo>
                    <a:pt x="1985909" y="4704568"/>
                  </a:lnTo>
                  <a:lnTo>
                    <a:pt x="0" y="4615233"/>
                  </a:lnTo>
                  <a:lnTo>
                    <a:pt x="0" y="4491288"/>
                  </a:lnTo>
                  <a:lnTo>
                    <a:pt x="1763701" y="1989292"/>
                  </a:lnTo>
                  <a:lnTo>
                    <a:pt x="1189473" y="1640653"/>
                  </a:lnTo>
                  <a:lnTo>
                    <a:pt x="2255898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89B77C36-CB53-4285-9863-BDB2144B0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9434"/>
            <a:stretch>
              <a:fillRect/>
            </a:stretch>
          </p:blipFill>
          <p:spPr>
            <a:xfrm rot="536236">
              <a:off x="3167705" y="6289"/>
              <a:ext cx="5754085" cy="6903428"/>
            </a:xfrm>
            <a:custGeom>
              <a:avLst/>
              <a:gdLst>
                <a:gd name="connsiteX0" fmla="*/ 5754085 w 5754085"/>
                <a:gd name="connsiteY0" fmla="*/ 6899401 h 6903428"/>
                <a:gd name="connsiteX1" fmla="*/ 5754085 w 5754085"/>
                <a:gd name="connsiteY1" fmla="*/ 6903428 h 6903428"/>
                <a:gd name="connsiteX2" fmla="*/ 5749684 w 5754085"/>
                <a:gd name="connsiteY2" fmla="*/ 6903428 h 6903428"/>
                <a:gd name="connsiteX3" fmla="*/ 0 w 5754085"/>
                <a:gd name="connsiteY3" fmla="*/ 0 h 6903428"/>
                <a:gd name="connsiteX4" fmla="*/ 5754085 w 5754085"/>
                <a:gd name="connsiteY4" fmla="*/ 0 h 6903428"/>
                <a:gd name="connsiteX5" fmla="*/ 5754085 w 5754085"/>
                <a:gd name="connsiteY5" fmla="*/ 4000567 h 6903428"/>
                <a:gd name="connsiteX6" fmla="*/ 3225402 w 5754085"/>
                <a:gd name="connsiteY6" fmla="*/ 6314281 h 6903428"/>
                <a:gd name="connsiteX7" fmla="*/ 2292093 w 5754085"/>
                <a:gd name="connsiteY7" fmla="*/ 379554 h 6903428"/>
                <a:gd name="connsiteX8" fmla="*/ 126173 w 5754085"/>
                <a:gd name="connsiteY8" fmla="*/ 720171 h 690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54085" h="6903428">
                  <a:moveTo>
                    <a:pt x="5754085" y="6899401"/>
                  </a:moveTo>
                  <a:lnTo>
                    <a:pt x="5754085" y="6903428"/>
                  </a:lnTo>
                  <a:lnTo>
                    <a:pt x="5749684" y="6903428"/>
                  </a:lnTo>
                  <a:close/>
                  <a:moveTo>
                    <a:pt x="0" y="0"/>
                  </a:moveTo>
                  <a:lnTo>
                    <a:pt x="5754085" y="0"/>
                  </a:lnTo>
                  <a:lnTo>
                    <a:pt x="5754085" y="4000567"/>
                  </a:lnTo>
                  <a:lnTo>
                    <a:pt x="3225402" y="6314281"/>
                  </a:lnTo>
                  <a:lnTo>
                    <a:pt x="2292093" y="379554"/>
                  </a:lnTo>
                  <a:lnTo>
                    <a:pt x="126173" y="720171"/>
                  </a:lnTo>
                  <a:close/>
                </a:path>
              </a:pathLst>
            </a:custGeom>
          </p:spPr>
        </p:pic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4F155E4-6D5B-4B7A-AF00-9333D02F7D78}"/>
                </a:ext>
              </a:extLst>
            </p:cNvPr>
            <p:cNvSpPr/>
            <p:nvPr/>
          </p:nvSpPr>
          <p:spPr>
            <a:xfrm rot="19432416">
              <a:off x="4831345" y="1708277"/>
              <a:ext cx="2956270" cy="3637981"/>
            </a:xfrm>
            <a:custGeom>
              <a:avLst/>
              <a:gdLst>
                <a:gd name="connsiteX0" fmla="*/ 0 w 1689100"/>
                <a:gd name="connsiteY0" fmla="*/ 1663700 h 1733550"/>
                <a:gd name="connsiteX1" fmla="*/ 1155700 w 1689100"/>
                <a:gd name="connsiteY1" fmla="*/ 0 h 1733550"/>
                <a:gd name="connsiteX2" fmla="*/ 1689100 w 1689100"/>
                <a:gd name="connsiteY2" fmla="*/ 374650 h 1733550"/>
                <a:gd name="connsiteX3" fmla="*/ 1333500 w 1689100"/>
                <a:gd name="connsiteY3" fmla="*/ 882650 h 1733550"/>
                <a:gd name="connsiteX4" fmla="*/ 1504950 w 1689100"/>
                <a:gd name="connsiteY4" fmla="*/ 990600 h 1733550"/>
                <a:gd name="connsiteX5" fmla="*/ 977900 w 1689100"/>
                <a:gd name="connsiteY5" fmla="*/ 1733550 h 1733550"/>
                <a:gd name="connsiteX6" fmla="*/ 0 w 1689100"/>
                <a:gd name="connsiteY6" fmla="*/ 1663700 h 1733550"/>
                <a:gd name="connsiteX0" fmla="*/ 0 w 1689100"/>
                <a:gd name="connsiteY0" fmla="*/ 1485893 h 1555743"/>
                <a:gd name="connsiteX1" fmla="*/ 1040807 w 1689100"/>
                <a:gd name="connsiteY1" fmla="*/ 0 h 1555743"/>
                <a:gd name="connsiteX2" fmla="*/ 1689100 w 1689100"/>
                <a:gd name="connsiteY2" fmla="*/ 196843 h 1555743"/>
                <a:gd name="connsiteX3" fmla="*/ 1333500 w 1689100"/>
                <a:gd name="connsiteY3" fmla="*/ 704843 h 1555743"/>
                <a:gd name="connsiteX4" fmla="*/ 1504950 w 1689100"/>
                <a:gd name="connsiteY4" fmla="*/ 812793 h 1555743"/>
                <a:gd name="connsiteX5" fmla="*/ 977900 w 1689100"/>
                <a:gd name="connsiteY5" fmla="*/ 1555743 h 1555743"/>
                <a:gd name="connsiteX6" fmla="*/ 0 w 1689100"/>
                <a:gd name="connsiteY6" fmla="*/ 1485893 h 1555743"/>
                <a:gd name="connsiteX0" fmla="*/ 0 w 1549711"/>
                <a:gd name="connsiteY0" fmla="*/ 1485893 h 1555743"/>
                <a:gd name="connsiteX1" fmla="*/ 1040807 w 1549711"/>
                <a:gd name="connsiteY1" fmla="*/ 0 h 1555743"/>
                <a:gd name="connsiteX2" fmla="*/ 1549711 w 1549711"/>
                <a:gd name="connsiteY2" fmla="*/ 367407 h 1555743"/>
                <a:gd name="connsiteX3" fmla="*/ 1333500 w 1549711"/>
                <a:gd name="connsiteY3" fmla="*/ 704843 h 1555743"/>
                <a:gd name="connsiteX4" fmla="*/ 1504950 w 1549711"/>
                <a:gd name="connsiteY4" fmla="*/ 812793 h 1555743"/>
                <a:gd name="connsiteX5" fmla="*/ 977900 w 1549711"/>
                <a:gd name="connsiteY5" fmla="*/ 1555743 h 1555743"/>
                <a:gd name="connsiteX6" fmla="*/ 0 w 1549711"/>
                <a:gd name="connsiteY6" fmla="*/ 1485893 h 1555743"/>
                <a:gd name="connsiteX0" fmla="*/ 0 w 1549711"/>
                <a:gd name="connsiteY0" fmla="*/ 1253501 h 1323351"/>
                <a:gd name="connsiteX1" fmla="*/ 1354524 w 1549711"/>
                <a:gd name="connsiteY1" fmla="*/ 0 h 1323351"/>
                <a:gd name="connsiteX2" fmla="*/ 1549711 w 1549711"/>
                <a:gd name="connsiteY2" fmla="*/ 135015 h 1323351"/>
                <a:gd name="connsiteX3" fmla="*/ 1333500 w 1549711"/>
                <a:gd name="connsiteY3" fmla="*/ 472451 h 1323351"/>
                <a:gd name="connsiteX4" fmla="*/ 1504950 w 1549711"/>
                <a:gd name="connsiteY4" fmla="*/ 580401 h 1323351"/>
                <a:gd name="connsiteX5" fmla="*/ 977900 w 1549711"/>
                <a:gd name="connsiteY5" fmla="*/ 1323351 h 1323351"/>
                <a:gd name="connsiteX6" fmla="*/ 0 w 1549711"/>
                <a:gd name="connsiteY6" fmla="*/ 1253501 h 1323351"/>
                <a:gd name="connsiteX0" fmla="*/ 0 w 1066639"/>
                <a:gd name="connsiteY0" fmla="*/ 1272528 h 1323351"/>
                <a:gd name="connsiteX1" fmla="*/ 871452 w 1066639"/>
                <a:gd name="connsiteY1" fmla="*/ 0 h 1323351"/>
                <a:gd name="connsiteX2" fmla="*/ 1066639 w 1066639"/>
                <a:gd name="connsiteY2" fmla="*/ 135015 h 1323351"/>
                <a:gd name="connsiteX3" fmla="*/ 850428 w 1066639"/>
                <a:gd name="connsiteY3" fmla="*/ 472451 h 1323351"/>
                <a:gd name="connsiteX4" fmla="*/ 1021878 w 1066639"/>
                <a:gd name="connsiteY4" fmla="*/ 580401 h 1323351"/>
                <a:gd name="connsiteX5" fmla="*/ 494828 w 1066639"/>
                <a:gd name="connsiteY5" fmla="*/ 1323351 h 1323351"/>
                <a:gd name="connsiteX6" fmla="*/ 0 w 1066639"/>
                <a:gd name="connsiteY6" fmla="*/ 1272528 h 1323351"/>
                <a:gd name="connsiteX0" fmla="*/ 0 w 1066639"/>
                <a:gd name="connsiteY0" fmla="*/ 1261781 h 1312604"/>
                <a:gd name="connsiteX1" fmla="*/ 890839 w 1066639"/>
                <a:gd name="connsiteY1" fmla="*/ 0 h 1312604"/>
                <a:gd name="connsiteX2" fmla="*/ 1066639 w 1066639"/>
                <a:gd name="connsiteY2" fmla="*/ 124268 h 1312604"/>
                <a:gd name="connsiteX3" fmla="*/ 850428 w 1066639"/>
                <a:gd name="connsiteY3" fmla="*/ 461704 h 1312604"/>
                <a:gd name="connsiteX4" fmla="*/ 1021878 w 1066639"/>
                <a:gd name="connsiteY4" fmla="*/ 569654 h 1312604"/>
                <a:gd name="connsiteX5" fmla="*/ 494828 w 1066639"/>
                <a:gd name="connsiteY5" fmla="*/ 1312604 h 1312604"/>
                <a:gd name="connsiteX6" fmla="*/ 0 w 1066639"/>
                <a:gd name="connsiteY6" fmla="*/ 1261781 h 1312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6639" h="1312604">
                  <a:moveTo>
                    <a:pt x="0" y="1261781"/>
                  </a:moveTo>
                  <a:lnTo>
                    <a:pt x="890839" y="0"/>
                  </a:lnTo>
                  <a:lnTo>
                    <a:pt x="1066639" y="124268"/>
                  </a:lnTo>
                  <a:lnTo>
                    <a:pt x="850428" y="461704"/>
                  </a:lnTo>
                  <a:lnTo>
                    <a:pt x="1021878" y="569654"/>
                  </a:lnTo>
                  <a:lnTo>
                    <a:pt x="494828" y="1312604"/>
                  </a:lnTo>
                  <a:lnTo>
                    <a:pt x="0" y="1261781"/>
                  </a:lnTo>
                  <a:close/>
                </a:path>
              </a:pathLst>
            </a:custGeom>
            <a:solidFill>
              <a:srgbClr val="FFC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A8811E8-A92F-4E9F-AA3C-D8A1E1B32629}"/>
                </a:ext>
              </a:extLst>
            </p:cNvPr>
            <p:cNvCxnSpPr>
              <a:cxnSpLocks/>
              <a:stCxn id="177" idx="4"/>
              <a:endCxn id="177" idx="5"/>
            </p:cNvCxnSpPr>
            <p:nvPr/>
          </p:nvCxnSpPr>
          <p:spPr>
            <a:xfrm>
              <a:off x="7261607" y="2534971"/>
              <a:ext cx="34124" cy="2524425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16C2F53-CC30-46A4-A92C-3259B26B3176}"/>
                </a:ext>
              </a:extLst>
            </p:cNvPr>
            <p:cNvCxnSpPr>
              <a:cxnSpLocks/>
              <a:stCxn id="177" idx="3"/>
            </p:cNvCxnSpPr>
            <p:nvPr/>
          </p:nvCxnSpPr>
          <p:spPr>
            <a:xfrm flipV="1">
              <a:off x="6701396" y="2556299"/>
              <a:ext cx="593480" cy="17165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320E609-9D17-4AB9-A4AF-1948A5C13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7086" y="1464767"/>
              <a:ext cx="0" cy="1102915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D3B9C8A-3BB7-4947-8C2E-8C1A094E8440}"/>
                </a:ext>
              </a:extLst>
            </p:cNvPr>
            <p:cNvCxnSpPr>
              <a:cxnSpLocks/>
              <a:stCxn id="177" idx="2"/>
            </p:cNvCxnSpPr>
            <p:nvPr/>
          </p:nvCxnSpPr>
          <p:spPr>
            <a:xfrm flipH="1">
              <a:off x="6019800" y="1464766"/>
              <a:ext cx="614235" cy="0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9ED590D-702E-4A21-8207-816F7F2C29C9}"/>
                </a:ext>
              </a:extLst>
            </p:cNvPr>
            <p:cNvCxnSpPr>
              <a:cxnSpLocks/>
              <a:stCxn id="177" idx="0"/>
              <a:endCxn id="177" idx="1"/>
            </p:cNvCxnSpPr>
            <p:nvPr/>
          </p:nvCxnSpPr>
          <p:spPr>
            <a:xfrm flipH="1" flipV="1">
              <a:off x="6037422" y="1473837"/>
              <a:ext cx="67514" cy="4280349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2EBE89E-C21D-45A7-8BBF-8EE4B8C204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8786" y="5016054"/>
              <a:ext cx="1186641" cy="780977"/>
            </a:xfrm>
            <a:prstGeom prst="line">
              <a:avLst/>
            </a:prstGeom>
            <a:ln w="76200">
              <a:solidFill>
                <a:srgbClr val="00B050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9172BC15-ED70-4CFF-84F4-65B6E0AD04C6}"/>
                </a:ext>
              </a:extLst>
            </p:cNvPr>
            <p:cNvCxnSpPr/>
            <p:nvPr/>
          </p:nvCxnSpPr>
          <p:spPr>
            <a:xfrm flipV="1">
              <a:off x="6602901" y="485775"/>
              <a:ext cx="0" cy="757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A2A7202-2243-47F4-B56A-D990B6D38389}"/>
                </a:ext>
              </a:extLst>
            </p:cNvPr>
            <p:cNvSpPr txBox="1"/>
            <p:nvPr/>
          </p:nvSpPr>
          <p:spPr>
            <a:xfrm>
              <a:off x="6186418" y="397032"/>
              <a:ext cx="4459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CH" sz="1000" dirty="0">
                  <a:latin typeface="Arial" panose="020B0604020202020204" pitchFamily="34" charset="0"/>
                  <a:cs typeface="Arial" panose="020B0604020202020204" pitchFamily="34" charset="0"/>
                </a:rPr>
                <a:t>E36,</a:t>
              </a:r>
              <a:br>
                <a:rPr lang="de-CH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de-CH" sz="1000" dirty="0">
                  <a:latin typeface="Arial" panose="020B0604020202020204" pitchFamily="34" charset="0"/>
                  <a:cs typeface="Arial" panose="020B0604020202020204" pitchFamily="34" charset="0"/>
                </a:rPr>
                <a:t>A36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87D15FF-4093-4DA3-A591-C8A17F5D891B}"/>
                </a:ext>
              </a:extLst>
            </p:cNvPr>
            <p:cNvSpPr/>
            <p:nvPr/>
          </p:nvSpPr>
          <p:spPr>
            <a:xfrm>
              <a:off x="6455782" y="1300988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1639D283-9620-4B58-959E-A010DDFF347C}"/>
                </a:ext>
              </a:extLst>
            </p:cNvPr>
            <p:cNvSpPr/>
            <p:nvPr/>
          </p:nvSpPr>
          <p:spPr>
            <a:xfrm>
              <a:off x="7062853" y="4610251"/>
              <a:ext cx="327170" cy="327555"/>
            </a:xfrm>
            <a:prstGeom prst="ellipse">
              <a:avLst/>
            </a:prstGeom>
            <a:solidFill>
              <a:srgbClr val="FF0000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E0046479-9ACB-4B65-BB5A-03355AC24EEB}"/>
                </a:ext>
              </a:extLst>
            </p:cNvPr>
            <p:cNvSpPr/>
            <p:nvPr/>
          </p:nvSpPr>
          <p:spPr>
            <a:xfrm>
              <a:off x="7062853" y="2976939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D33CF51-6B3C-45F0-9DC1-087EE05AFEA0}"/>
                </a:ext>
              </a:extLst>
            </p:cNvPr>
            <p:cNvSpPr txBox="1"/>
            <p:nvPr/>
          </p:nvSpPr>
          <p:spPr>
            <a:xfrm>
              <a:off x="6173431" y="1060969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12F64BD3-3A70-421F-B90B-D90EAAB7E981}"/>
                </a:ext>
              </a:extLst>
            </p:cNvPr>
            <p:cNvSpPr txBox="1"/>
            <p:nvPr/>
          </p:nvSpPr>
          <p:spPr>
            <a:xfrm>
              <a:off x="7258623" y="4434564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INT16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A5083DF-7937-4669-92A1-747C2BAAA527}"/>
                </a:ext>
              </a:extLst>
            </p:cNvPr>
            <p:cNvSpPr txBox="1"/>
            <p:nvPr/>
          </p:nvSpPr>
          <p:spPr>
            <a:xfrm>
              <a:off x="7294876" y="3262955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INT17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0EE9080-61DA-44CD-846A-9C835E883771}"/>
                </a:ext>
              </a:extLst>
            </p:cNvPr>
            <p:cNvSpPr/>
            <p:nvPr/>
          </p:nvSpPr>
          <p:spPr>
            <a:xfrm>
              <a:off x="6977932" y="1159982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B0A6B3B-7C4E-4044-83EF-A9857CC56FBE}"/>
                </a:ext>
              </a:extLst>
            </p:cNvPr>
            <p:cNvSpPr txBox="1"/>
            <p:nvPr/>
          </p:nvSpPr>
          <p:spPr>
            <a:xfrm>
              <a:off x="7250934" y="888175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INT18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6D1CF9-F5D3-44FB-B165-1E8287FA93BA}"/>
              </a:ext>
            </a:extLst>
          </p:cNvPr>
          <p:cNvGrpSpPr/>
          <p:nvPr/>
        </p:nvGrpSpPr>
        <p:grpSpPr>
          <a:xfrm>
            <a:off x="-1749787" y="914370"/>
            <a:ext cx="4376956" cy="5821648"/>
            <a:chOff x="-2029187" y="393670"/>
            <a:chExt cx="4376956" cy="5821648"/>
          </a:xfrm>
        </p:grpSpPr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0997D1B9-3220-4534-9A86-7C2B78DE9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>
            <a:xfrm rot="2670321">
              <a:off x="-2029187" y="393670"/>
              <a:ext cx="4200592" cy="5821648"/>
            </a:xfrm>
            <a:custGeom>
              <a:avLst/>
              <a:gdLst>
                <a:gd name="connsiteX0" fmla="*/ 0 w 4200592"/>
                <a:gd name="connsiteY0" fmla="*/ 4190910 h 5821648"/>
                <a:gd name="connsiteX1" fmla="*/ 1602821 w 4200592"/>
                <a:gd name="connsiteY1" fmla="*/ 5821648 h 5821648"/>
                <a:gd name="connsiteX2" fmla="*/ 0 w 4200592"/>
                <a:gd name="connsiteY2" fmla="*/ 5821648 h 5821648"/>
                <a:gd name="connsiteX3" fmla="*/ 0 w 4200592"/>
                <a:gd name="connsiteY3" fmla="*/ 0 h 5821648"/>
                <a:gd name="connsiteX4" fmla="*/ 4200592 w 4200592"/>
                <a:gd name="connsiteY4" fmla="*/ 0 h 5821648"/>
                <a:gd name="connsiteX5" fmla="*/ 4200592 w 4200592"/>
                <a:gd name="connsiteY5" fmla="*/ 5821648 h 5821648"/>
                <a:gd name="connsiteX6" fmla="*/ 3537792 w 4200592"/>
                <a:gd name="connsiteY6" fmla="*/ 5821648 h 5821648"/>
                <a:gd name="connsiteX7" fmla="*/ 4173782 w 4200592"/>
                <a:gd name="connsiteY7" fmla="*/ 5196545 h 5821648"/>
                <a:gd name="connsiteX8" fmla="*/ 0 w 4200592"/>
                <a:gd name="connsiteY8" fmla="*/ 950067 h 5821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00592" h="5821648">
                  <a:moveTo>
                    <a:pt x="0" y="4190910"/>
                  </a:moveTo>
                  <a:lnTo>
                    <a:pt x="1602821" y="5821648"/>
                  </a:lnTo>
                  <a:lnTo>
                    <a:pt x="0" y="5821648"/>
                  </a:lnTo>
                  <a:close/>
                  <a:moveTo>
                    <a:pt x="0" y="0"/>
                  </a:moveTo>
                  <a:lnTo>
                    <a:pt x="4200592" y="0"/>
                  </a:lnTo>
                  <a:lnTo>
                    <a:pt x="4200592" y="5821648"/>
                  </a:lnTo>
                  <a:lnTo>
                    <a:pt x="3537792" y="5821648"/>
                  </a:lnTo>
                  <a:lnTo>
                    <a:pt x="4173782" y="5196545"/>
                  </a:lnTo>
                  <a:lnTo>
                    <a:pt x="0" y="950067"/>
                  </a:lnTo>
                  <a:close/>
                </a:path>
              </a:pathLst>
            </a:custGeom>
          </p:spPr>
        </p:pic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A57568C-C5BD-47FD-818B-0E1D80F0CF38}"/>
                </a:ext>
              </a:extLst>
            </p:cNvPr>
            <p:cNvSpPr/>
            <p:nvPr/>
          </p:nvSpPr>
          <p:spPr>
            <a:xfrm>
              <a:off x="135164" y="1320298"/>
              <a:ext cx="2038350" cy="4337050"/>
            </a:xfrm>
            <a:custGeom>
              <a:avLst/>
              <a:gdLst>
                <a:gd name="connsiteX0" fmla="*/ 1892300 w 2038350"/>
                <a:gd name="connsiteY0" fmla="*/ 0 h 4337050"/>
                <a:gd name="connsiteX1" fmla="*/ 2038350 w 2038350"/>
                <a:gd name="connsiteY1" fmla="*/ 50800 h 4337050"/>
                <a:gd name="connsiteX2" fmla="*/ 1778000 w 2038350"/>
                <a:gd name="connsiteY2" fmla="*/ 1644650 h 4337050"/>
                <a:gd name="connsiteX3" fmla="*/ 1797050 w 2038350"/>
                <a:gd name="connsiteY3" fmla="*/ 2165350 h 4337050"/>
                <a:gd name="connsiteX4" fmla="*/ 1670050 w 2038350"/>
                <a:gd name="connsiteY4" fmla="*/ 2514600 h 4337050"/>
                <a:gd name="connsiteX5" fmla="*/ 1663700 w 2038350"/>
                <a:gd name="connsiteY5" fmla="*/ 2933700 h 4337050"/>
                <a:gd name="connsiteX6" fmla="*/ 1536700 w 2038350"/>
                <a:gd name="connsiteY6" fmla="*/ 3263900 h 4337050"/>
                <a:gd name="connsiteX7" fmla="*/ 419100 w 2038350"/>
                <a:gd name="connsiteY7" fmla="*/ 4267200 h 4337050"/>
                <a:gd name="connsiteX8" fmla="*/ 0 w 2038350"/>
                <a:gd name="connsiteY8" fmla="*/ 4337050 h 4337050"/>
                <a:gd name="connsiteX9" fmla="*/ 19050 w 2038350"/>
                <a:gd name="connsiteY9" fmla="*/ 2914650 h 4337050"/>
                <a:gd name="connsiteX10" fmla="*/ 1193800 w 2038350"/>
                <a:gd name="connsiteY10" fmla="*/ 2895600 h 4337050"/>
                <a:gd name="connsiteX11" fmla="*/ 1193800 w 2038350"/>
                <a:gd name="connsiteY11" fmla="*/ 1390650 h 4337050"/>
                <a:gd name="connsiteX12" fmla="*/ 1739900 w 2038350"/>
                <a:gd name="connsiteY12" fmla="*/ 615950 h 4337050"/>
                <a:gd name="connsiteX13" fmla="*/ 1562100 w 2038350"/>
                <a:gd name="connsiteY13" fmla="*/ 508000 h 4337050"/>
                <a:gd name="connsiteX14" fmla="*/ 1892300 w 2038350"/>
                <a:gd name="connsiteY14" fmla="*/ 0 h 433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38350" h="4337050">
                  <a:moveTo>
                    <a:pt x="1892300" y="0"/>
                  </a:moveTo>
                  <a:lnTo>
                    <a:pt x="2038350" y="50800"/>
                  </a:lnTo>
                  <a:lnTo>
                    <a:pt x="1778000" y="1644650"/>
                  </a:lnTo>
                  <a:lnTo>
                    <a:pt x="1797050" y="2165350"/>
                  </a:lnTo>
                  <a:lnTo>
                    <a:pt x="1670050" y="2514600"/>
                  </a:lnTo>
                  <a:cubicBezTo>
                    <a:pt x="1667933" y="2654300"/>
                    <a:pt x="1665817" y="2794000"/>
                    <a:pt x="1663700" y="2933700"/>
                  </a:cubicBezTo>
                  <a:lnTo>
                    <a:pt x="1536700" y="3263900"/>
                  </a:lnTo>
                  <a:lnTo>
                    <a:pt x="419100" y="4267200"/>
                  </a:lnTo>
                  <a:lnTo>
                    <a:pt x="0" y="4337050"/>
                  </a:lnTo>
                  <a:lnTo>
                    <a:pt x="19050" y="2914650"/>
                  </a:lnTo>
                  <a:lnTo>
                    <a:pt x="1193800" y="2895600"/>
                  </a:lnTo>
                  <a:lnTo>
                    <a:pt x="1193800" y="1390650"/>
                  </a:lnTo>
                  <a:lnTo>
                    <a:pt x="1739900" y="615950"/>
                  </a:lnTo>
                  <a:lnTo>
                    <a:pt x="1562100" y="508000"/>
                  </a:lnTo>
                  <a:lnTo>
                    <a:pt x="189230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718572-41C2-4A15-807A-03BABD541F41}"/>
                </a:ext>
              </a:extLst>
            </p:cNvPr>
            <p:cNvSpPr/>
            <p:nvPr/>
          </p:nvSpPr>
          <p:spPr>
            <a:xfrm rot="2089847">
              <a:off x="1428696" y="1166675"/>
              <a:ext cx="919073" cy="1810016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ADB60794-F28E-4847-86A0-6CA0B81458D4}"/>
              </a:ext>
            </a:extLst>
          </p:cNvPr>
          <p:cNvSpPr/>
          <p:nvPr/>
        </p:nvSpPr>
        <p:spPr>
          <a:xfrm>
            <a:off x="3347869" y="107926"/>
            <a:ext cx="3614388" cy="657081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C62A3A-9867-4B7D-8A08-764C940BABEB}"/>
              </a:ext>
            </a:extLst>
          </p:cNvPr>
          <p:cNvSpPr txBox="1"/>
          <p:nvPr/>
        </p:nvSpPr>
        <p:spPr>
          <a:xfrm rot="2057486">
            <a:off x="2251839" y="1459806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View 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D17DC2E-89F7-444F-AE27-BF66F42853F4}"/>
              </a:ext>
            </a:extLst>
          </p:cNvPr>
          <p:cNvSpPr txBox="1"/>
          <p:nvPr/>
        </p:nvSpPr>
        <p:spPr>
          <a:xfrm>
            <a:off x="6054894" y="138270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View 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6F25FFA-A86C-4BEA-9CB5-497548D6800F}"/>
              </a:ext>
            </a:extLst>
          </p:cNvPr>
          <p:cNvSpPr/>
          <p:nvPr/>
        </p:nvSpPr>
        <p:spPr>
          <a:xfrm>
            <a:off x="198409" y="4496118"/>
            <a:ext cx="2043891" cy="181001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75D7401-6F3E-4EDD-B576-7ADF02297C0E}"/>
              </a:ext>
            </a:extLst>
          </p:cNvPr>
          <p:cNvSpPr/>
          <p:nvPr/>
        </p:nvSpPr>
        <p:spPr>
          <a:xfrm>
            <a:off x="1418373" y="3097769"/>
            <a:ext cx="1186694" cy="181001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AC92BF-12F8-4311-A63F-8FCBDBEFF21A}"/>
              </a:ext>
            </a:extLst>
          </p:cNvPr>
          <p:cNvSpPr txBox="1"/>
          <p:nvPr/>
        </p:nvSpPr>
        <p:spPr>
          <a:xfrm>
            <a:off x="2247877" y="4907785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View 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E83FDB-6FB5-4FD4-BED2-C7B5DB9D8EF3}"/>
              </a:ext>
            </a:extLst>
          </p:cNvPr>
          <p:cNvSpPr txBox="1"/>
          <p:nvPr/>
        </p:nvSpPr>
        <p:spPr>
          <a:xfrm>
            <a:off x="639723" y="6271438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View 3</a:t>
            </a:r>
          </a:p>
        </p:txBody>
      </p:sp>
      <p:pic>
        <p:nvPicPr>
          <p:cNvPr id="225" name="Picture 224">
            <a:extLst>
              <a:ext uri="{FF2B5EF4-FFF2-40B4-BE49-F238E27FC236}">
                <a16:creationId xmlns:a16="http://schemas.microsoft.com/office/drawing/2014/main" id="{DE864DBD-92E9-4E0B-9DBD-6D5BD5EF8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778" t="3449" r="1609" b="29010"/>
          <a:stretch>
            <a:fillRect/>
          </a:stretch>
        </p:blipFill>
        <p:spPr>
          <a:xfrm rot="2679038">
            <a:off x="7660359" y="60077"/>
            <a:ext cx="3203420" cy="3214242"/>
          </a:xfrm>
          <a:custGeom>
            <a:avLst/>
            <a:gdLst>
              <a:gd name="connsiteX0" fmla="*/ 1554337 w 4263752"/>
              <a:gd name="connsiteY0" fmla="*/ 0 h 4278156"/>
              <a:gd name="connsiteX1" fmla="*/ 4263752 w 4263752"/>
              <a:gd name="connsiteY1" fmla="*/ 2742660 h 4278156"/>
              <a:gd name="connsiteX2" fmla="*/ 2709415 w 4263752"/>
              <a:gd name="connsiteY2" fmla="*/ 4278156 h 4278156"/>
              <a:gd name="connsiteX3" fmla="*/ 0 w 4263752"/>
              <a:gd name="connsiteY3" fmla="*/ 1535497 h 427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3752" h="4278156">
                <a:moveTo>
                  <a:pt x="1554337" y="0"/>
                </a:moveTo>
                <a:lnTo>
                  <a:pt x="4263752" y="2742660"/>
                </a:lnTo>
                <a:lnTo>
                  <a:pt x="2709415" y="4278156"/>
                </a:lnTo>
                <a:lnTo>
                  <a:pt x="0" y="1535497"/>
                </a:lnTo>
                <a:close/>
              </a:path>
            </a:pathLst>
          </a:cu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C6E4B5A-91B2-489C-B997-002520E3061B}"/>
              </a:ext>
            </a:extLst>
          </p:cNvPr>
          <p:cNvSpPr/>
          <p:nvPr/>
        </p:nvSpPr>
        <p:spPr>
          <a:xfrm>
            <a:off x="7258514" y="3087700"/>
            <a:ext cx="4466374" cy="47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9532122C-83FF-4DEF-9565-EEA4A96D9691}"/>
              </a:ext>
            </a:extLst>
          </p:cNvPr>
          <p:cNvSpPr/>
          <p:nvPr/>
        </p:nvSpPr>
        <p:spPr>
          <a:xfrm>
            <a:off x="7213727" y="1761"/>
            <a:ext cx="4333779" cy="2143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3824918-FED2-4561-8726-AC137CCCD9B6}"/>
              </a:ext>
            </a:extLst>
          </p:cNvPr>
          <p:cNvSpPr/>
          <p:nvPr/>
        </p:nvSpPr>
        <p:spPr>
          <a:xfrm>
            <a:off x="7245176" y="103508"/>
            <a:ext cx="3872765" cy="306307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D13F215-EF81-4306-BB7C-600EFB169277}"/>
              </a:ext>
            </a:extLst>
          </p:cNvPr>
          <p:cNvSpPr txBox="1"/>
          <p:nvPr/>
        </p:nvSpPr>
        <p:spPr>
          <a:xfrm>
            <a:off x="10153873" y="163069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View 2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323116-7EC0-4260-AF6F-1938D5847D82}"/>
              </a:ext>
            </a:extLst>
          </p:cNvPr>
          <p:cNvGrpSpPr/>
          <p:nvPr/>
        </p:nvGrpSpPr>
        <p:grpSpPr>
          <a:xfrm>
            <a:off x="7198737" y="1170587"/>
            <a:ext cx="3919204" cy="5891992"/>
            <a:chOff x="7198737" y="1170587"/>
            <a:chExt cx="3919204" cy="5891992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670277A1-05B6-4DF2-AB6C-E7B9F1309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0796" b="7134"/>
            <a:stretch>
              <a:fillRect/>
            </a:stretch>
          </p:blipFill>
          <p:spPr>
            <a:xfrm rot="2686414">
              <a:off x="7539660" y="1170587"/>
              <a:ext cx="3041775" cy="5891992"/>
            </a:xfrm>
            <a:custGeom>
              <a:avLst/>
              <a:gdLst>
                <a:gd name="connsiteX0" fmla="*/ 0 w 3287916"/>
                <a:gd name="connsiteY0" fmla="*/ 3982358 h 6368773"/>
                <a:gd name="connsiteX1" fmla="*/ 3287916 w 3287916"/>
                <a:gd name="connsiteY1" fmla="*/ 715654 h 6368773"/>
                <a:gd name="connsiteX2" fmla="*/ 3287916 w 3287916"/>
                <a:gd name="connsiteY2" fmla="*/ 5457791 h 6368773"/>
                <a:gd name="connsiteX3" fmla="*/ 2371019 w 3287916"/>
                <a:gd name="connsiteY3" fmla="*/ 6368773 h 6368773"/>
                <a:gd name="connsiteX4" fmla="*/ 2991294 w 3287916"/>
                <a:gd name="connsiteY4" fmla="*/ 0 h 6368773"/>
                <a:gd name="connsiteX5" fmla="*/ 3287916 w 3287916"/>
                <a:gd name="connsiteY5" fmla="*/ 0 h 6368773"/>
                <a:gd name="connsiteX6" fmla="*/ 3287916 w 3287916"/>
                <a:gd name="connsiteY6" fmla="*/ 298548 h 63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87916" h="6368773">
                  <a:moveTo>
                    <a:pt x="0" y="3982358"/>
                  </a:moveTo>
                  <a:lnTo>
                    <a:pt x="3287916" y="715654"/>
                  </a:lnTo>
                  <a:lnTo>
                    <a:pt x="3287916" y="5457791"/>
                  </a:lnTo>
                  <a:lnTo>
                    <a:pt x="2371019" y="6368773"/>
                  </a:lnTo>
                  <a:close/>
                  <a:moveTo>
                    <a:pt x="2991294" y="0"/>
                  </a:moveTo>
                  <a:lnTo>
                    <a:pt x="3287916" y="0"/>
                  </a:lnTo>
                  <a:lnTo>
                    <a:pt x="3287916" y="298548"/>
                  </a:lnTo>
                  <a:close/>
                </a:path>
              </a:pathLst>
            </a:cu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E2BD63B-7A42-4D03-B3EF-235E80DBB082}"/>
                </a:ext>
              </a:extLst>
            </p:cNvPr>
            <p:cNvSpPr txBox="1"/>
            <p:nvPr/>
          </p:nvSpPr>
          <p:spPr>
            <a:xfrm>
              <a:off x="10125350" y="6293992"/>
              <a:ext cx="898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b="1" dirty="0">
                  <a:latin typeface="Arial" panose="020B0604020202020204" pitchFamily="34" charset="0"/>
                  <a:cs typeface="Arial" panose="020B0604020202020204" pitchFamily="34" charset="0"/>
                </a:rPr>
                <a:t>View 3</a:t>
              </a: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EE681D4E-4EF3-4ABD-88F7-FDFEDA08586B}"/>
                </a:ext>
              </a:extLst>
            </p:cNvPr>
            <p:cNvSpPr/>
            <p:nvPr/>
          </p:nvSpPr>
          <p:spPr>
            <a:xfrm>
              <a:off x="7648777" y="6234695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E71437D2-7278-4377-A2C6-E5A05469881D}"/>
                </a:ext>
              </a:extLst>
            </p:cNvPr>
            <p:cNvSpPr/>
            <p:nvPr/>
          </p:nvSpPr>
          <p:spPr>
            <a:xfrm>
              <a:off x="7658322" y="5823685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700B106B-406E-4AAF-8A14-4E3AF926DFE9}"/>
                </a:ext>
              </a:extLst>
            </p:cNvPr>
            <p:cNvSpPr/>
            <p:nvPr/>
          </p:nvSpPr>
          <p:spPr>
            <a:xfrm>
              <a:off x="7648777" y="5175312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E6F32237-09F2-4E05-BEC7-D7CD48A8E8DD}"/>
                </a:ext>
              </a:extLst>
            </p:cNvPr>
            <p:cNvSpPr/>
            <p:nvPr/>
          </p:nvSpPr>
          <p:spPr>
            <a:xfrm>
              <a:off x="7640550" y="4526540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648BF926-50A4-482B-9822-E54BE8F6BF01}"/>
                </a:ext>
              </a:extLst>
            </p:cNvPr>
            <p:cNvSpPr/>
            <p:nvPr/>
          </p:nvSpPr>
          <p:spPr>
            <a:xfrm>
              <a:off x="7638001" y="3766091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FC2CE542-ACFC-4353-A1E9-F58293AA8617}"/>
                </a:ext>
              </a:extLst>
            </p:cNvPr>
            <p:cNvSpPr/>
            <p:nvPr/>
          </p:nvSpPr>
          <p:spPr>
            <a:xfrm>
              <a:off x="8107047" y="3766091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7A7C39EB-817A-4832-9968-C4AEB0D94E41}"/>
                </a:ext>
              </a:extLst>
            </p:cNvPr>
            <p:cNvSpPr/>
            <p:nvPr/>
          </p:nvSpPr>
          <p:spPr>
            <a:xfrm>
              <a:off x="8609988" y="3766091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646449E6-A844-4D7F-B10B-2DC054428F63}"/>
                </a:ext>
              </a:extLst>
            </p:cNvPr>
            <p:cNvSpPr/>
            <p:nvPr/>
          </p:nvSpPr>
          <p:spPr>
            <a:xfrm>
              <a:off x="9010733" y="3766091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00C9B137-C462-4796-BE3C-C24D7E3F3D68}"/>
                </a:ext>
              </a:extLst>
            </p:cNvPr>
            <p:cNvSpPr/>
            <p:nvPr/>
          </p:nvSpPr>
          <p:spPr>
            <a:xfrm>
              <a:off x="9759290" y="3789028"/>
              <a:ext cx="327170" cy="327555"/>
            </a:xfrm>
            <a:prstGeom prst="ellipse">
              <a:avLst/>
            </a:prstGeom>
            <a:solidFill>
              <a:srgbClr val="4472C4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5D3079F-7CBE-4157-BF05-2F9D61FFE472}"/>
                </a:ext>
              </a:extLst>
            </p:cNvPr>
            <p:cNvSpPr txBox="1"/>
            <p:nvPr/>
          </p:nvSpPr>
          <p:spPr>
            <a:xfrm>
              <a:off x="7336272" y="6086949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INT19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B9BD77DD-0B82-4853-9D1F-256A4B21BF8C}"/>
                </a:ext>
              </a:extLst>
            </p:cNvPr>
            <p:cNvSpPr txBox="1"/>
            <p:nvPr/>
          </p:nvSpPr>
          <p:spPr>
            <a:xfrm>
              <a:off x="7376500" y="5612494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INT20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ED26069D-9F7A-41CB-9057-EDEA9F3B0A6F}"/>
                </a:ext>
              </a:extLst>
            </p:cNvPr>
            <p:cNvSpPr txBox="1"/>
            <p:nvPr/>
          </p:nvSpPr>
          <p:spPr>
            <a:xfrm>
              <a:off x="7235254" y="5313724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INT21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32FCC332-FFE2-4A59-8353-1BDEA560EF80}"/>
                </a:ext>
              </a:extLst>
            </p:cNvPr>
            <p:cNvSpPr txBox="1"/>
            <p:nvPr/>
          </p:nvSpPr>
          <p:spPr>
            <a:xfrm>
              <a:off x="7198737" y="4644652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INT23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D04B9A52-1690-4D41-AD3F-48C775085E19}"/>
                </a:ext>
              </a:extLst>
            </p:cNvPr>
            <p:cNvSpPr txBox="1"/>
            <p:nvPr/>
          </p:nvSpPr>
          <p:spPr>
            <a:xfrm>
              <a:off x="7316578" y="3552222"/>
              <a:ext cx="7184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INT25AB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EC8DE560-F3E8-4F97-B206-97F8DC466F79}"/>
                </a:ext>
              </a:extLst>
            </p:cNvPr>
            <p:cNvSpPr txBox="1"/>
            <p:nvPr/>
          </p:nvSpPr>
          <p:spPr>
            <a:xfrm>
              <a:off x="8193473" y="3536625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INT26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B34A235B-1A2E-48BD-B4C0-6FD1CAF701CD}"/>
                </a:ext>
              </a:extLst>
            </p:cNvPr>
            <p:cNvSpPr txBox="1"/>
            <p:nvPr/>
          </p:nvSpPr>
          <p:spPr>
            <a:xfrm>
              <a:off x="8800749" y="3558534"/>
              <a:ext cx="5325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INT28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43E6BCB-C06A-46DC-8C65-AD7276563D98}"/>
                </a:ext>
              </a:extLst>
            </p:cNvPr>
            <p:cNvSpPr/>
            <p:nvPr/>
          </p:nvSpPr>
          <p:spPr>
            <a:xfrm>
              <a:off x="7245176" y="3368825"/>
              <a:ext cx="3872765" cy="331798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231" name="Oval 230">
            <a:extLst>
              <a:ext uri="{FF2B5EF4-FFF2-40B4-BE49-F238E27FC236}">
                <a16:creationId xmlns:a16="http://schemas.microsoft.com/office/drawing/2014/main" id="{88749CF9-1C13-4EB4-93FB-67502F08D291}"/>
              </a:ext>
            </a:extLst>
          </p:cNvPr>
          <p:cNvSpPr/>
          <p:nvPr/>
        </p:nvSpPr>
        <p:spPr>
          <a:xfrm>
            <a:off x="8583444" y="2675252"/>
            <a:ext cx="327170" cy="327555"/>
          </a:xfrm>
          <a:prstGeom prst="ellipse">
            <a:avLst/>
          </a:prstGeom>
          <a:solidFill>
            <a:srgbClr val="FF000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B8999E27-0959-4E82-820C-B8E942770100}"/>
              </a:ext>
            </a:extLst>
          </p:cNvPr>
          <p:cNvSpPr/>
          <p:nvPr/>
        </p:nvSpPr>
        <p:spPr>
          <a:xfrm>
            <a:off x="8576883" y="2013396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C6614BEC-58E7-49EA-A9F0-E5F593C50D9E}"/>
              </a:ext>
            </a:extLst>
          </p:cNvPr>
          <p:cNvSpPr/>
          <p:nvPr/>
        </p:nvSpPr>
        <p:spPr>
          <a:xfrm>
            <a:off x="8576883" y="1313017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93F5C9AE-EE96-434D-86A0-98DAEBD12D94}"/>
              </a:ext>
            </a:extLst>
          </p:cNvPr>
          <p:cNvSpPr/>
          <p:nvPr/>
        </p:nvSpPr>
        <p:spPr>
          <a:xfrm>
            <a:off x="8539593" y="590338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06F1D16-8340-4187-B3D3-DDB9958B86FB}"/>
              </a:ext>
            </a:extLst>
          </p:cNvPr>
          <p:cNvSpPr txBox="1"/>
          <p:nvPr/>
        </p:nvSpPr>
        <p:spPr>
          <a:xfrm>
            <a:off x="8175627" y="253667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INT30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D8F90BC-0DF2-43B5-9539-D3D2DBBEA1C7}"/>
              </a:ext>
            </a:extLst>
          </p:cNvPr>
          <p:cNvSpPr txBox="1"/>
          <p:nvPr/>
        </p:nvSpPr>
        <p:spPr>
          <a:xfrm>
            <a:off x="8146973" y="1899729"/>
            <a:ext cx="5325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INT31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DCC9020-5398-4BA2-889A-FCB3C59C99CF}"/>
              </a:ext>
            </a:extLst>
          </p:cNvPr>
          <p:cNvSpPr txBox="1"/>
          <p:nvPr/>
        </p:nvSpPr>
        <p:spPr>
          <a:xfrm>
            <a:off x="8157261" y="461619"/>
            <a:ext cx="5325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INT33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714BC5AA-CCE8-4A52-82D4-4BD6F27EAF25}"/>
              </a:ext>
            </a:extLst>
          </p:cNvPr>
          <p:cNvSpPr txBox="1"/>
          <p:nvPr/>
        </p:nvSpPr>
        <p:spPr>
          <a:xfrm>
            <a:off x="8146973" y="1205115"/>
            <a:ext cx="5325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INT32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DA334C69-695C-4FBF-A911-5F10F15BAE87}"/>
              </a:ext>
            </a:extLst>
          </p:cNvPr>
          <p:cNvSpPr txBox="1"/>
          <p:nvPr/>
        </p:nvSpPr>
        <p:spPr>
          <a:xfrm>
            <a:off x="9880981" y="361706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INT30</a:t>
            </a: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2182B8CA-37B0-481E-980A-0005B5BCE926}"/>
              </a:ext>
            </a:extLst>
          </p:cNvPr>
          <p:cNvSpPr/>
          <p:nvPr/>
        </p:nvSpPr>
        <p:spPr>
          <a:xfrm>
            <a:off x="7655460" y="4854578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0E46476-4E1A-48FA-A1CD-ADA8A17F9837}"/>
              </a:ext>
            </a:extLst>
          </p:cNvPr>
          <p:cNvSpPr txBox="1"/>
          <p:nvPr/>
        </p:nvSpPr>
        <p:spPr>
          <a:xfrm>
            <a:off x="7228167" y="498568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INT22</a:t>
            </a: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A25BC4F4-5B08-462D-A254-A15BC99F4D2F}"/>
              </a:ext>
            </a:extLst>
          </p:cNvPr>
          <p:cNvSpPr/>
          <p:nvPr/>
        </p:nvSpPr>
        <p:spPr>
          <a:xfrm>
            <a:off x="7659453" y="4323370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76748CBF-2B91-4579-93F1-21D178786803}"/>
              </a:ext>
            </a:extLst>
          </p:cNvPr>
          <p:cNvSpPr txBox="1"/>
          <p:nvPr/>
        </p:nvSpPr>
        <p:spPr>
          <a:xfrm>
            <a:off x="7218217" y="438408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INT24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7586149B-1736-4EC1-AFE6-4370D82F7359}"/>
              </a:ext>
            </a:extLst>
          </p:cNvPr>
          <p:cNvSpPr txBox="1"/>
          <p:nvPr/>
        </p:nvSpPr>
        <p:spPr>
          <a:xfrm>
            <a:off x="8526991" y="3384345"/>
            <a:ext cx="933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INT27 (ABC)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6C50557-809F-4300-8612-F9E9B80A947A}"/>
              </a:ext>
            </a:extLst>
          </p:cNvPr>
          <p:cNvSpPr/>
          <p:nvPr/>
        </p:nvSpPr>
        <p:spPr>
          <a:xfrm>
            <a:off x="3876675" y="5381625"/>
            <a:ext cx="1181100" cy="1114425"/>
          </a:xfrm>
          <a:custGeom>
            <a:avLst/>
            <a:gdLst>
              <a:gd name="connsiteX0" fmla="*/ 0 w 1181100"/>
              <a:gd name="connsiteY0" fmla="*/ 733425 h 1114425"/>
              <a:gd name="connsiteX1" fmla="*/ 1162050 w 1181100"/>
              <a:gd name="connsiteY1" fmla="*/ 0 h 1114425"/>
              <a:gd name="connsiteX2" fmla="*/ 1181100 w 1181100"/>
              <a:gd name="connsiteY2" fmla="*/ 609600 h 1114425"/>
              <a:gd name="connsiteX3" fmla="*/ 276225 w 1181100"/>
              <a:gd name="connsiteY3" fmla="*/ 1114425 h 1114425"/>
              <a:gd name="connsiteX4" fmla="*/ 0 w 1181100"/>
              <a:gd name="connsiteY4" fmla="*/ 733425 h 111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1100" h="1114425">
                <a:moveTo>
                  <a:pt x="0" y="733425"/>
                </a:moveTo>
                <a:lnTo>
                  <a:pt x="1162050" y="0"/>
                </a:lnTo>
                <a:lnTo>
                  <a:pt x="1181100" y="609600"/>
                </a:lnTo>
                <a:lnTo>
                  <a:pt x="276225" y="1114425"/>
                </a:lnTo>
                <a:lnTo>
                  <a:pt x="0" y="733425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DC62515-466F-4C03-9E9A-776B586E6370}"/>
              </a:ext>
            </a:extLst>
          </p:cNvPr>
          <p:cNvSpPr/>
          <p:nvPr/>
        </p:nvSpPr>
        <p:spPr>
          <a:xfrm>
            <a:off x="9035886" y="4208329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7AD6B44-742A-482E-842D-2F4DE3E331BB}"/>
              </a:ext>
            </a:extLst>
          </p:cNvPr>
          <p:cNvSpPr txBox="1"/>
          <p:nvPr/>
        </p:nvSpPr>
        <p:spPr>
          <a:xfrm>
            <a:off x="9296684" y="420448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>
                <a:latin typeface="Arial" panose="020B0604020202020204" pitchFamily="34" charset="0"/>
                <a:cs typeface="Arial" panose="020B0604020202020204" pitchFamily="34" charset="0"/>
              </a:rPr>
              <a:t>INT29</a:t>
            </a:r>
            <a:endParaRPr lang="de-CH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4110097-0F85-4788-96B3-B405B814EAB8}"/>
              </a:ext>
            </a:extLst>
          </p:cNvPr>
          <p:cNvSpPr/>
          <p:nvPr/>
        </p:nvSpPr>
        <p:spPr>
          <a:xfrm>
            <a:off x="9403152" y="3389755"/>
            <a:ext cx="327170" cy="327555"/>
          </a:xfrm>
          <a:prstGeom prst="ellipse">
            <a:avLst/>
          </a:prstGeom>
          <a:solidFill>
            <a:srgbClr val="4472C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EBCFA8F-1BFA-420F-BD42-64E30884E3F0}"/>
              </a:ext>
            </a:extLst>
          </p:cNvPr>
          <p:cNvSpPr txBox="1"/>
          <p:nvPr/>
        </p:nvSpPr>
        <p:spPr>
          <a:xfrm>
            <a:off x="9679482" y="334060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000" b="1" dirty="0">
                <a:latin typeface="Arial" panose="020B0604020202020204" pitchFamily="34" charset="0"/>
                <a:cs typeface="Arial" panose="020B0604020202020204" pitchFamily="34" charset="0"/>
              </a:rPr>
              <a:t>INTZ</a:t>
            </a:r>
          </a:p>
        </p:txBody>
      </p:sp>
    </p:spTree>
    <p:extLst>
      <p:ext uri="{BB962C8B-B14F-4D97-AF65-F5344CB8AC3E}">
        <p14:creationId xmlns:p14="http://schemas.microsoft.com/office/powerpoint/2010/main" val="1566988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130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Riehl  Kevin</dc:creator>
  <cp:lastModifiedBy>Riehl  Kevin</cp:lastModifiedBy>
  <cp:revision>81</cp:revision>
  <dcterms:created xsi:type="dcterms:W3CDTF">2025-03-14T10:55:21Z</dcterms:created>
  <dcterms:modified xsi:type="dcterms:W3CDTF">2026-03-04T22:04:10Z</dcterms:modified>
</cp:coreProperties>
</file>